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64" r:id="rId2"/>
    <p:sldId id="257" r:id="rId3"/>
    <p:sldId id="263" r:id="rId4"/>
    <p:sldId id="258" r:id="rId5"/>
    <p:sldId id="275" r:id="rId6"/>
    <p:sldId id="259" r:id="rId7"/>
    <p:sldId id="260" r:id="rId8"/>
    <p:sldId id="265" r:id="rId9"/>
    <p:sldId id="276" r:id="rId10"/>
    <p:sldId id="261" r:id="rId11"/>
    <p:sldId id="266" r:id="rId12"/>
    <p:sldId id="267" r:id="rId13"/>
    <p:sldId id="268" r:id="rId14"/>
    <p:sldId id="269" r:id="rId15"/>
    <p:sldId id="270"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5A94"/>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A60433-6414-4BD0-8EB6-31796CC6DF80}" v="783" dt="2020-10-20T18:54:48.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9" d="100"/>
          <a:sy n="119" d="100"/>
        </p:scale>
        <p:origin x="2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AN HE" userId="83267edd7d760aca" providerId="LiveId" clId="{88A60433-6414-4BD0-8EB6-31796CC6DF80}"/>
    <pc:docChg chg="undo custSel addSld delSld modSld sldOrd">
      <pc:chgData name="YUAN HE" userId="83267edd7d760aca" providerId="LiveId" clId="{88A60433-6414-4BD0-8EB6-31796CC6DF80}" dt="2020-10-20T18:54:48.100" v="4003" actId="20577"/>
      <pc:docMkLst>
        <pc:docMk/>
      </pc:docMkLst>
      <pc:sldChg chg="modSp mod">
        <pc:chgData name="YUAN HE" userId="83267edd7d760aca" providerId="LiveId" clId="{88A60433-6414-4BD0-8EB6-31796CC6DF80}" dt="2020-10-19T22:33:16.754" v="3029" actId="20577"/>
        <pc:sldMkLst>
          <pc:docMk/>
          <pc:sldMk cId="2619330505" sldId="257"/>
        </pc:sldMkLst>
        <pc:spChg chg="mod">
          <ac:chgData name="YUAN HE" userId="83267edd7d760aca" providerId="LiveId" clId="{88A60433-6414-4BD0-8EB6-31796CC6DF80}" dt="2020-10-19T22:33:16.754" v="3029" actId="20577"/>
          <ac:spMkLst>
            <pc:docMk/>
            <pc:sldMk cId="2619330505" sldId="257"/>
            <ac:spMk id="3" creationId="{59199C4C-5AA4-49CE-81AC-CBF428574A2B}"/>
          </ac:spMkLst>
        </pc:spChg>
        <pc:graphicFrameChg chg="mod">
          <ac:chgData name="YUAN HE" userId="83267edd7d760aca" providerId="LiveId" clId="{88A60433-6414-4BD0-8EB6-31796CC6DF80}" dt="2020-10-19T14:33:51.589" v="3026" actId="1076"/>
          <ac:graphicFrameMkLst>
            <pc:docMk/>
            <pc:sldMk cId="2619330505" sldId="257"/>
            <ac:graphicFrameMk id="48" creationId="{1354A80C-5E28-4A40-932B-6A8E52C46433}"/>
          </ac:graphicFrameMkLst>
        </pc:graphicFrameChg>
      </pc:sldChg>
      <pc:sldChg chg="delSp setBg delDesignElem">
        <pc:chgData name="YUAN HE" userId="83267edd7d760aca" providerId="LiveId" clId="{88A60433-6414-4BD0-8EB6-31796CC6DF80}" dt="2020-10-19T23:42:53.543" v="3216"/>
        <pc:sldMkLst>
          <pc:docMk/>
          <pc:sldMk cId="4188249468" sldId="258"/>
        </pc:sldMkLst>
        <pc:spChg chg="del">
          <ac:chgData name="YUAN HE" userId="83267edd7d760aca" providerId="LiveId" clId="{88A60433-6414-4BD0-8EB6-31796CC6DF80}" dt="2020-10-19T23:42:53.543" v="3216"/>
          <ac:spMkLst>
            <pc:docMk/>
            <pc:sldMk cId="4188249468" sldId="258"/>
            <ac:spMk id="17" creationId="{2B566528-1B12-4246-9431-5C2D7D081168}"/>
          </ac:spMkLst>
        </pc:spChg>
        <pc:spChg chg="del">
          <ac:chgData name="YUAN HE" userId="83267edd7d760aca" providerId="LiveId" clId="{88A60433-6414-4BD0-8EB6-31796CC6DF80}" dt="2020-10-19T23:42:53.543" v="3216"/>
          <ac:spMkLst>
            <pc:docMk/>
            <pc:sldMk cId="4188249468" sldId="258"/>
            <ac:spMk id="19" creationId="{2E80C965-DB6D-4F81-9E9E-B027384D0BD6}"/>
          </ac:spMkLst>
        </pc:spChg>
        <pc:spChg chg="del">
          <ac:chgData name="YUAN HE" userId="83267edd7d760aca" providerId="LiveId" clId="{88A60433-6414-4BD0-8EB6-31796CC6DF80}" dt="2020-10-19T23:42:53.543" v="3216"/>
          <ac:spMkLst>
            <pc:docMk/>
            <pc:sldMk cId="4188249468" sldId="258"/>
            <ac:spMk id="20" creationId="{A580F890-B085-4E95-96AA-55AEBEC5CE6E}"/>
          </ac:spMkLst>
        </pc:spChg>
        <pc:spChg chg="del">
          <ac:chgData name="YUAN HE" userId="83267edd7d760aca" providerId="LiveId" clId="{88A60433-6414-4BD0-8EB6-31796CC6DF80}" dt="2020-10-19T23:42:53.543" v="3216"/>
          <ac:spMkLst>
            <pc:docMk/>
            <pc:sldMk cId="4188249468" sldId="258"/>
            <ac:spMk id="21" creationId="{D3F51FEB-38FB-4F6C-9F7B-2F2AFAB65463}"/>
          </ac:spMkLst>
        </pc:spChg>
        <pc:spChg chg="del">
          <ac:chgData name="YUAN HE" userId="83267edd7d760aca" providerId="LiveId" clId="{88A60433-6414-4BD0-8EB6-31796CC6DF80}" dt="2020-10-19T23:42:53.543" v="3216"/>
          <ac:spMkLst>
            <pc:docMk/>
            <pc:sldMk cId="4188249468" sldId="258"/>
            <ac:spMk id="22" creationId="{1E547BA6-BAE0-43BB-A7CA-60F69CE252F0}"/>
          </ac:spMkLst>
        </pc:spChg>
      </pc:sldChg>
      <pc:sldChg chg="addSp delSp modSp mod modAnim">
        <pc:chgData name="YUAN HE" userId="83267edd7d760aca" providerId="LiveId" clId="{88A60433-6414-4BD0-8EB6-31796CC6DF80}" dt="2020-10-19T23:17:33.853" v="3155" actId="1076"/>
        <pc:sldMkLst>
          <pc:docMk/>
          <pc:sldMk cId="171567685" sldId="259"/>
        </pc:sldMkLst>
        <pc:spChg chg="add mod">
          <ac:chgData name="YUAN HE" userId="83267edd7d760aca" providerId="LiveId" clId="{88A60433-6414-4BD0-8EB6-31796CC6DF80}" dt="2020-10-17T12:50:57.765" v="2788" actId="207"/>
          <ac:spMkLst>
            <pc:docMk/>
            <pc:sldMk cId="171567685" sldId="259"/>
            <ac:spMk id="3" creationId="{1686257F-1489-4987-9D52-DC6E34642DC7}"/>
          </ac:spMkLst>
        </pc:spChg>
        <pc:spChg chg="mod">
          <ac:chgData name="YUAN HE" userId="83267edd7d760aca" providerId="LiveId" clId="{88A60433-6414-4BD0-8EB6-31796CC6DF80}" dt="2020-10-19T12:32:23.872" v="2800" actId="20577"/>
          <ac:spMkLst>
            <pc:docMk/>
            <pc:sldMk cId="171567685" sldId="259"/>
            <ac:spMk id="6" creationId="{97FD4057-FB99-47B3-8AE6-5B7CD6A36659}"/>
          </ac:spMkLst>
        </pc:spChg>
        <pc:spChg chg="add del mod">
          <ac:chgData name="YUAN HE" userId="83267edd7d760aca" providerId="LiveId" clId="{88A60433-6414-4BD0-8EB6-31796CC6DF80}" dt="2020-10-19T23:12:53.191" v="3031" actId="22"/>
          <ac:spMkLst>
            <pc:docMk/>
            <pc:sldMk cId="171567685" sldId="259"/>
            <ac:spMk id="7" creationId="{6201A401-7035-49AA-ABA4-B2819067D5BC}"/>
          </ac:spMkLst>
        </pc:spChg>
        <pc:spChg chg="add mod">
          <ac:chgData name="YUAN HE" userId="83267edd7d760aca" providerId="LiveId" clId="{88A60433-6414-4BD0-8EB6-31796CC6DF80}" dt="2020-10-19T23:17:33.853" v="3155" actId="1076"/>
          <ac:spMkLst>
            <pc:docMk/>
            <pc:sldMk cId="171567685" sldId="259"/>
            <ac:spMk id="14" creationId="{4112B937-9A31-4D96-A9B5-B47F6255EA2A}"/>
          </ac:spMkLst>
        </pc:spChg>
        <pc:spChg chg="add mod">
          <ac:chgData name="YUAN HE" userId="83267edd7d760aca" providerId="LiveId" clId="{88A60433-6414-4BD0-8EB6-31796CC6DF80}" dt="2020-10-19T23:17:33.853" v="3155" actId="1076"/>
          <ac:spMkLst>
            <pc:docMk/>
            <pc:sldMk cId="171567685" sldId="259"/>
            <ac:spMk id="23" creationId="{296CBED8-097A-4557-8B5A-D29585E63106}"/>
          </ac:spMkLst>
        </pc:spChg>
        <pc:spChg chg="add del mod">
          <ac:chgData name="YUAN HE" userId="83267edd7d760aca" providerId="LiveId" clId="{88A60433-6414-4BD0-8EB6-31796CC6DF80}" dt="2020-10-19T23:14:50.551" v="3075"/>
          <ac:spMkLst>
            <pc:docMk/>
            <pc:sldMk cId="171567685" sldId="259"/>
            <ac:spMk id="24" creationId="{4E94D90B-A607-4FE4-8AE5-C161130F9668}"/>
          </ac:spMkLst>
        </pc:spChg>
        <pc:spChg chg="add mod">
          <ac:chgData name="YUAN HE" userId="83267edd7d760aca" providerId="LiveId" clId="{88A60433-6414-4BD0-8EB6-31796CC6DF80}" dt="2020-10-19T23:17:33.853" v="3155" actId="1076"/>
          <ac:spMkLst>
            <pc:docMk/>
            <pc:sldMk cId="171567685" sldId="259"/>
            <ac:spMk id="26" creationId="{E808F97D-D539-4597-9F5C-27BDD79C0E5A}"/>
          </ac:spMkLst>
        </pc:spChg>
        <pc:spChg chg="add mod">
          <ac:chgData name="YUAN HE" userId="83267edd7d760aca" providerId="LiveId" clId="{88A60433-6414-4BD0-8EB6-31796CC6DF80}" dt="2020-10-19T23:17:33.853" v="3155" actId="1076"/>
          <ac:spMkLst>
            <pc:docMk/>
            <pc:sldMk cId="171567685" sldId="259"/>
            <ac:spMk id="41" creationId="{533F3CA4-0267-4D21-B7BC-E8036EFF4680}"/>
          </ac:spMkLst>
        </pc:spChg>
        <pc:spChg chg="add mod">
          <ac:chgData name="YUAN HE" userId="83267edd7d760aca" providerId="LiveId" clId="{88A60433-6414-4BD0-8EB6-31796CC6DF80}" dt="2020-10-19T23:17:33.853" v="3155" actId="1076"/>
          <ac:spMkLst>
            <pc:docMk/>
            <pc:sldMk cId="171567685" sldId="259"/>
            <ac:spMk id="43" creationId="{E8A8CA55-EB27-41E0-B1DF-AE613B8335D9}"/>
          </ac:spMkLst>
        </pc:spChg>
        <pc:picChg chg="del mod">
          <ac:chgData name="YUAN HE" userId="83267edd7d760aca" providerId="LiveId" clId="{88A60433-6414-4BD0-8EB6-31796CC6DF80}" dt="2020-10-19T23:12:38.601" v="3030" actId="478"/>
          <ac:picMkLst>
            <pc:docMk/>
            <pc:sldMk cId="171567685" sldId="259"/>
            <ac:picMk id="5" creationId="{3D656B5E-D102-4259-8D90-2D6E9CCA1186}"/>
          </ac:picMkLst>
        </pc:picChg>
        <pc:picChg chg="add mod ord">
          <ac:chgData name="YUAN HE" userId="83267edd7d760aca" providerId="LiveId" clId="{88A60433-6414-4BD0-8EB6-31796CC6DF80}" dt="2020-10-19T23:17:33.853" v="3155" actId="1076"/>
          <ac:picMkLst>
            <pc:docMk/>
            <pc:sldMk cId="171567685" sldId="259"/>
            <ac:picMk id="9" creationId="{FCD26A91-1E8A-446E-A77E-3413E8BBF51B}"/>
          </ac:picMkLst>
        </pc:picChg>
        <pc:picChg chg="add mod">
          <ac:chgData name="YUAN HE" userId="83267edd7d760aca" providerId="LiveId" clId="{88A60433-6414-4BD0-8EB6-31796CC6DF80}" dt="2020-10-19T23:17:33.853" v="3155" actId="1076"/>
          <ac:picMkLst>
            <pc:docMk/>
            <pc:sldMk cId="171567685" sldId="259"/>
            <ac:picMk id="11" creationId="{6C035A8C-C6EA-484B-A3D3-991A8322F4E4}"/>
          </ac:picMkLst>
        </pc:picChg>
        <pc:picChg chg="add mod">
          <ac:chgData name="YUAN HE" userId="83267edd7d760aca" providerId="LiveId" clId="{88A60433-6414-4BD0-8EB6-31796CC6DF80}" dt="2020-10-19T23:17:33.853" v="3155" actId="1076"/>
          <ac:picMkLst>
            <pc:docMk/>
            <pc:sldMk cId="171567685" sldId="259"/>
            <ac:picMk id="13" creationId="{BA22DA1A-1B44-4431-9CAA-C476E2EF284C}"/>
          </ac:picMkLst>
        </pc:picChg>
        <pc:cxnChg chg="add mod">
          <ac:chgData name="YUAN HE" userId="83267edd7d760aca" providerId="LiveId" clId="{88A60433-6414-4BD0-8EB6-31796CC6DF80}" dt="2020-10-19T23:17:33.853" v="3155" actId="1076"/>
          <ac:cxnSpMkLst>
            <pc:docMk/>
            <pc:sldMk cId="171567685" sldId="259"/>
            <ac:cxnSpMk id="16" creationId="{F4B1CEF7-F680-4A6C-A040-227D353EE5A2}"/>
          </ac:cxnSpMkLst>
        </pc:cxnChg>
        <pc:cxnChg chg="add del mod">
          <ac:chgData name="YUAN HE" userId="83267edd7d760aca" providerId="LiveId" clId="{88A60433-6414-4BD0-8EB6-31796CC6DF80}" dt="2020-10-19T23:15:36.366" v="3094" actId="11529"/>
          <ac:cxnSpMkLst>
            <pc:docMk/>
            <pc:sldMk cId="171567685" sldId="259"/>
            <ac:cxnSpMk id="28" creationId="{60C5D71B-DE32-4619-A119-E6E9B05EACE9}"/>
          </ac:cxnSpMkLst>
        </pc:cxnChg>
        <pc:cxnChg chg="add mod">
          <ac:chgData name="YUAN HE" userId="83267edd7d760aca" providerId="LiveId" clId="{88A60433-6414-4BD0-8EB6-31796CC6DF80}" dt="2020-10-19T23:17:33.853" v="3155" actId="1076"/>
          <ac:cxnSpMkLst>
            <pc:docMk/>
            <pc:sldMk cId="171567685" sldId="259"/>
            <ac:cxnSpMk id="30" creationId="{D8A8AA11-1484-4849-A6A3-B710314EE0EA}"/>
          </ac:cxnSpMkLst>
        </pc:cxnChg>
        <pc:cxnChg chg="add mod">
          <ac:chgData name="YUAN HE" userId="83267edd7d760aca" providerId="LiveId" clId="{88A60433-6414-4BD0-8EB6-31796CC6DF80}" dt="2020-10-19T23:17:33.853" v="3155" actId="1076"/>
          <ac:cxnSpMkLst>
            <pc:docMk/>
            <pc:sldMk cId="171567685" sldId="259"/>
            <ac:cxnSpMk id="32" creationId="{FF9F4255-DC60-42E2-AF8F-028D796B21FE}"/>
          </ac:cxnSpMkLst>
        </pc:cxnChg>
        <pc:cxnChg chg="add mod">
          <ac:chgData name="YUAN HE" userId="83267edd7d760aca" providerId="LiveId" clId="{88A60433-6414-4BD0-8EB6-31796CC6DF80}" dt="2020-10-19T23:17:33.853" v="3155" actId="1076"/>
          <ac:cxnSpMkLst>
            <pc:docMk/>
            <pc:sldMk cId="171567685" sldId="259"/>
            <ac:cxnSpMk id="35" creationId="{BD2151A4-9278-44F5-8887-58896897322D}"/>
          </ac:cxnSpMkLst>
        </pc:cxnChg>
        <pc:cxnChg chg="add mod">
          <ac:chgData name="YUAN HE" userId="83267edd7d760aca" providerId="LiveId" clId="{88A60433-6414-4BD0-8EB6-31796CC6DF80}" dt="2020-10-19T23:17:33.853" v="3155" actId="1076"/>
          <ac:cxnSpMkLst>
            <pc:docMk/>
            <pc:sldMk cId="171567685" sldId="259"/>
            <ac:cxnSpMk id="37" creationId="{87A2B083-1255-46B1-8B15-D611FAE34ABF}"/>
          </ac:cxnSpMkLst>
        </pc:cxnChg>
      </pc:sldChg>
      <pc:sldChg chg="ord">
        <pc:chgData name="YUAN HE" userId="83267edd7d760aca" providerId="LiveId" clId="{88A60433-6414-4BD0-8EB6-31796CC6DF80}" dt="2020-10-15T17:19:32.946" v="1550"/>
        <pc:sldMkLst>
          <pc:docMk/>
          <pc:sldMk cId="733360352" sldId="261"/>
        </pc:sldMkLst>
      </pc:sldChg>
      <pc:sldChg chg="modSp del mod">
        <pc:chgData name="YUAN HE" userId="83267edd7d760aca" providerId="LiveId" clId="{88A60433-6414-4BD0-8EB6-31796CC6DF80}" dt="2020-10-19T14:34:00.360" v="3027" actId="2696"/>
        <pc:sldMkLst>
          <pc:docMk/>
          <pc:sldMk cId="745682792" sldId="262"/>
        </pc:sldMkLst>
        <pc:spChg chg="mod">
          <ac:chgData name="YUAN HE" userId="83267edd7d760aca" providerId="LiveId" clId="{88A60433-6414-4BD0-8EB6-31796CC6DF80}" dt="2020-10-19T14:31:52.274" v="2911" actId="20577"/>
          <ac:spMkLst>
            <pc:docMk/>
            <pc:sldMk cId="745682792" sldId="262"/>
            <ac:spMk id="3" creationId="{59199C4C-5AA4-49CE-81AC-CBF428574A2B}"/>
          </ac:spMkLst>
        </pc:spChg>
      </pc:sldChg>
      <pc:sldChg chg="modSp mod">
        <pc:chgData name="YUAN HE" userId="83267edd7d760aca" providerId="LiveId" clId="{88A60433-6414-4BD0-8EB6-31796CC6DF80}" dt="2020-10-19T14:30:50.032" v="2881" actId="20577"/>
        <pc:sldMkLst>
          <pc:docMk/>
          <pc:sldMk cId="2960609488" sldId="263"/>
        </pc:sldMkLst>
        <pc:spChg chg="mod">
          <ac:chgData name="YUAN HE" userId="83267edd7d760aca" providerId="LiveId" clId="{88A60433-6414-4BD0-8EB6-31796CC6DF80}" dt="2020-10-19T14:30:50.032" v="2881" actId="20577"/>
          <ac:spMkLst>
            <pc:docMk/>
            <pc:sldMk cId="2960609488" sldId="263"/>
            <ac:spMk id="3" creationId="{59199C4C-5AA4-49CE-81AC-CBF428574A2B}"/>
          </ac:spMkLst>
        </pc:spChg>
      </pc:sldChg>
      <pc:sldChg chg="addSp delSp modSp mod">
        <pc:chgData name="YUAN HE" userId="83267edd7d760aca" providerId="LiveId" clId="{88A60433-6414-4BD0-8EB6-31796CC6DF80}" dt="2020-10-19T13:17:13.751" v="2871" actId="1076"/>
        <pc:sldMkLst>
          <pc:docMk/>
          <pc:sldMk cId="1596913002" sldId="264"/>
        </pc:sldMkLst>
        <pc:spChg chg="add mod">
          <ac:chgData name="YUAN HE" userId="83267edd7d760aca" providerId="LiveId" clId="{88A60433-6414-4BD0-8EB6-31796CC6DF80}" dt="2020-10-19T13:16:56.862" v="2869" actId="1076"/>
          <ac:spMkLst>
            <pc:docMk/>
            <pc:sldMk cId="1596913002" sldId="264"/>
            <ac:spMk id="2" creationId="{A076D033-2E0A-408A-942F-14147FA790A1}"/>
          </ac:spMkLst>
        </pc:spChg>
        <pc:spChg chg="add del mod">
          <ac:chgData name="YUAN HE" userId="83267edd7d760aca" providerId="LiveId" clId="{88A60433-6414-4BD0-8EB6-31796CC6DF80}" dt="2020-10-15T18:11:26.670" v="2721" actId="21"/>
          <ac:spMkLst>
            <pc:docMk/>
            <pc:sldMk cId="1596913002" sldId="264"/>
            <ac:spMk id="14" creationId="{16E9C31F-843F-4ADB-A324-752D0FC46C5B}"/>
          </ac:spMkLst>
        </pc:spChg>
        <pc:picChg chg="add mod">
          <ac:chgData name="YUAN HE" userId="83267edd7d760aca" providerId="LiveId" clId="{88A60433-6414-4BD0-8EB6-31796CC6DF80}" dt="2020-10-15T18:15:04.210" v="2758" actId="1076"/>
          <ac:picMkLst>
            <pc:docMk/>
            <pc:sldMk cId="1596913002" sldId="264"/>
            <ac:picMk id="4" creationId="{C0CFF55C-177A-4F34-8763-E5C8ED4DE246}"/>
          </ac:picMkLst>
        </pc:picChg>
        <pc:picChg chg="add del mod">
          <ac:chgData name="YUAN HE" userId="83267edd7d760aca" providerId="LiveId" clId="{88A60433-6414-4BD0-8EB6-31796CC6DF80}" dt="2020-10-15T18:09:06.575" v="2709" actId="478"/>
          <ac:picMkLst>
            <pc:docMk/>
            <pc:sldMk cId="1596913002" sldId="264"/>
            <ac:picMk id="5" creationId="{8A4F0420-78CB-413F-8F08-185DBECCA38C}"/>
          </ac:picMkLst>
        </pc:picChg>
        <pc:picChg chg="mod">
          <ac:chgData name="YUAN HE" userId="83267edd7d760aca" providerId="LiveId" clId="{88A60433-6414-4BD0-8EB6-31796CC6DF80}" dt="2020-10-19T13:17:13.751" v="2871" actId="1076"/>
          <ac:picMkLst>
            <pc:docMk/>
            <pc:sldMk cId="1596913002" sldId="264"/>
            <ac:picMk id="6" creationId="{DD8586BC-D237-42CF-ACE9-D27AE622C2A6}"/>
          </ac:picMkLst>
        </pc:picChg>
        <pc:picChg chg="add mod">
          <ac:chgData name="YUAN HE" userId="83267edd7d760aca" providerId="LiveId" clId="{88A60433-6414-4BD0-8EB6-31796CC6DF80}" dt="2020-10-15T18:13:35.538" v="2748" actId="1076"/>
          <ac:picMkLst>
            <pc:docMk/>
            <pc:sldMk cId="1596913002" sldId="264"/>
            <ac:picMk id="7" creationId="{C28A46D2-7490-4059-BC33-B5EA24F8AEDF}"/>
          </ac:picMkLst>
        </pc:picChg>
        <pc:picChg chg="mod">
          <ac:chgData name="YUAN HE" userId="83267edd7d760aca" providerId="LiveId" clId="{88A60433-6414-4BD0-8EB6-31796CC6DF80}" dt="2020-10-15T18:17:24.322" v="2768" actId="1076"/>
          <ac:picMkLst>
            <pc:docMk/>
            <pc:sldMk cId="1596913002" sldId="264"/>
            <ac:picMk id="8" creationId="{B05A7997-620E-4486-BF4E-389B07168E07}"/>
          </ac:picMkLst>
        </pc:picChg>
        <pc:picChg chg="mod">
          <ac:chgData name="YUAN HE" userId="83267edd7d760aca" providerId="LiveId" clId="{88A60433-6414-4BD0-8EB6-31796CC6DF80}" dt="2020-10-15T18:17:09.684" v="2766" actId="1076"/>
          <ac:picMkLst>
            <pc:docMk/>
            <pc:sldMk cId="1596913002" sldId="264"/>
            <ac:picMk id="10" creationId="{33521F12-B73F-4A4E-9E94-EE9031404AAE}"/>
          </ac:picMkLst>
        </pc:picChg>
        <pc:picChg chg="add mod">
          <ac:chgData name="YUAN HE" userId="83267edd7d760aca" providerId="LiveId" clId="{88A60433-6414-4BD0-8EB6-31796CC6DF80}" dt="2020-10-15T18:15:03.736" v="2757" actId="1076"/>
          <ac:picMkLst>
            <pc:docMk/>
            <pc:sldMk cId="1596913002" sldId="264"/>
            <ac:picMk id="11" creationId="{9D550A51-E71F-45E7-8DE9-F8D3F66D6620}"/>
          </ac:picMkLst>
        </pc:picChg>
        <pc:picChg chg="add mod">
          <ac:chgData name="YUAN HE" userId="83267edd7d760aca" providerId="LiveId" clId="{88A60433-6414-4BD0-8EB6-31796CC6DF80}" dt="2020-10-15T18:13:23.551" v="2746" actId="1076"/>
          <ac:picMkLst>
            <pc:docMk/>
            <pc:sldMk cId="1596913002" sldId="264"/>
            <ac:picMk id="12" creationId="{AEC354F3-987B-4FD6-9EF6-17479F6E45A7}"/>
          </ac:picMkLst>
        </pc:picChg>
        <pc:picChg chg="del mod">
          <ac:chgData name="YUAN HE" userId="83267edd7d760aca" providerId="LiveId" clId="{88A60433-6414-4BD0-8EB6-31796CC6DF80}" dt="2020-10-19T12:34:36.862" v="2803" actId="21"/>
          <ac:picMkLst>
            <pc:docMk/>
            <pc:sldMk cId="1596913002" sldId="264"/>
            <ac:picMk id="13" creationId="{77E8B936-BA56-459E-B1D9-A44D2980316E}"/>
          </ac:picMkLst>
        </pc:picChg>
      </pc:sldChg>
      <pc:sldChg chg="addSp delSp modSp mod delAnim modAnim">
        <pc:chgData name="YUAN HE" userId="83267edd7d760aca" providerId="LiveId" clId="{88A60433-6414-4BD0-8EB6-31796CC6DF80}" dt="2020-10-19T23:30:45.490" v="3169" actId="1076"/>
        <pc:sldMkLst>
          <pc:docMk/>
          <pc:sldMk cId="1982144043" sldId="265"/>
        </pc:sldMkLst>
        <pc:spChg chg="mod">
          <ac:chgData name="YUAN HE" userId="83267edd7d760aca" providerId="LiveId" clId="{88A60433-6414-4BD0-8EB6-31796CC6DF80}" dt="2020-10-19T23:30:18.409" v="3162" actId="20577"/>
          <ac:spMkLst>
            <pc:docMk/>
            <pc:sldMk cId="1982144043" sldId="265"/>
            <ac:spMk id="3" creationId="{59199C4C-5AA4-49CE-81AC-CBF428574A2B}"/>
          </ac:spMkLst>
        </pc:spChg>
        <pc:spChg chg="add mod">
          <ac:chgData name="YUAN HE" userId="83267edd7d760aca" providerId="LiveId" clId="{88A60433-6414-4BD0-8EB6-31796CC6DF80}" dt="2020-10-19T23:30:41.537" v="3167" actId="1076"/>
          <ac:spMkLst>
            <pc:docMk/>
            <pc:sldMk cId="1982144043" sldId="265"/>
            <ac:spMk id="5" creationId="{EC1C9A2F-B0D3-41E4-81AB-A7E671BC4C5F}"/>
          </ac:spMkLst>
        </pc:spChg>
        <pc:spChg chg="add mod">
          <ac:chgData name="YUAN HE" userId="83267edd7d760aca" providerId="LiveId" clId="{88A60433-6414-4BD0-8EB6-31796CC6DF80}" dt="2020-10-19T23:30:45.490" v="3169" actId="1076"/>
          <ac:spMkLst>
            <pc:docMk/>
            <pc:sldMk cId="1982144043" sldId="265"/>
            <ac:spMk id="6" creationId="{164A4079-BA18-44BE-B123-D94F55CA1B22}"/>
          </ac:spMkLst>
        </pc:spChg>
        <pc:spChg chg="add del mod">
          <ac:chgData name="YUAN HE" userId="83267edd7d760aca" providerId="LiveId" clId="{88A60433-6414-4BD0-8EB6-31796CC6DF80}" dt="2020-10-15T13:33:54.198" v="1243" actId="22"/>
          <ac:spMkLst>
            <pc:docMk/>
            <pc:sldMk cId="1982144043" sldId="265"/>
            <ac:spMk id="7" creationId="{10B9D409-B8DE-4004-9C67-271C8A152B0F}"/>
          </ac:spMkLst>
        </pc:spChg>
        <pc:spChg chg="add del mod">
          <ac:chgData name="YUAN HE" userId="83267edd7d760aca" providerId="LiveId" clId="{88A60433-6414-4BD0-8EB6-31796CC6DF80}" dt="2020-10-15T13:33:53.479" v="1241" actId="22"/>
          <ac:spMkLst>
            <pc:docMk/>
            <pc:sldMk cId="1982144043" sldId="265"/>
            <ac:spMk id="8" creationId="{6899E530-F74D-4F96-8A39-CB353FBD4D14}"/>
          </ac:spMkLst>
        </pc:spChg>
        <pc:spChg chg="add del mod">
          <ac:chgData name="YUAN HE" userId="83267edd7d760aca" providerId="LiveId" clId="{88A60433-6414-4BD0-8EB6-31796CC6DF80}" dt="2020-10-19T23:30:12.167" v="3158" actId="478"/>
          <ac:spMkLst>
            <pc:docMk/>
            <pc:sldMk cId="1982144043" sldId="265"/>
            <ac:spMk id="14" creationId="{9324BDA6-2044-4211-AD1F-4183F94B1FF5}"/>
          </ac:spMkLst>
        </pc:spChg>
        <pc:spChg chg="add del mod">
          <ac:chgData name="YUAN HE" userId="83267edd7d760aca" providerId="LiveId" clId="{88A60433-6414-4BD0-8EB6-31796CC6DF80}" dt="2020-10-19T23:30:13.967" v="3160" actId="478"/>
          <ac:spMkLst>
            <pc:docMk/>
            <pc:sldMk cId="1982144043" sldId="265"/>
            <ac:spMk id="16" creationId="{A4D9C924-AEBB-42C4-A9FB-29CFE93F123C}"/>
          </ac:spMkLst>
        </pc:spChg>
        <pc:spChg chg="add del mod">
          <ac:chgData name="YUAN HE" userId="83267edd7d760aca" providerId="LiveId" clId="{88A60433-6414-4BD0-8EB6-31796CC6DF80}" dt="2020-10-19T23:30:11.711" v="3157" actId="478"/>
          <ac:spMkLst>
            <pc:docMk/>
            <pc:sldMk cId="1982144043" sldId="265"/>
            <ac:spMk id="18" creationId="{8140A25C-B793-4EC2-BB01-F36E69B7205F}"/>
          </ac:spMkLst>
        </pc:spChg>
        <pc:spChg chg="add del mod">
          <ac:chgData name="YUAN HE" userId="83267edd7d760aca" providerId="LiveId" clId="{88A60433-6414-4BD0-8EB6-31796CC6DF80}" dt="2020-10-19T23:30:12.677" v="3159" actId="478"/>
          <ac:spMkLst>
            <pc:docMk/>
            <pc:sldMk cId="1982144043" sldId="265"/>
            <ac:spMk id="28" creationId="{6835CFAF-991A-48A7-B31E-0D8D0B0BA907}"/>
          </ac:spMkLst>
        </pc:spChg>
        <pc:graphicFrameChg chg="mod modGraphic">
          <ac:chgData name="YUAN HE" userId="83267edd7d760aca" providerId="LiveId" clId="{88A60433-6414-4BD0-8EB6-31796CC6DF80}" dt="2020-10-19T23:30:36.061" v="3166" actId="1076"/>
          <ac:graphicFrameMkLst>
            <pc:docMk/>
            <pc:sldMk cId="1982144043" sldId="265"/>
            <ac:graphicFrameMk id="4" creationId="{73B258A7-2279-4AE3-8317-4103BE58B152}"/>
          </ac:graphicFrameMkLst>
        </pc:graphicFrameChg>
        <pc:cxnChg chg="add del mod">
          <ac:chgData name="YUAN HE" userId="83267edd7d760aca" providerId="LiveId" clId="{88A60433-6414-4BD0-8EB6-31796CC6DF80}" dt="2020-10-15T13:34:57.297" v="1272" actId="478"/>
          <ac:cxnSpMkLst>
            <pc:docMk/>
            <pc:sldMk cId="1982144043" sldId="265"/>
            <ac:cxnSpMk id="10" creationId="{54ABF18F-A24E-4BB2-B82E-C66C9796001C}"/>
          </ac:cxnSpMkLst>
        </pc:cxnChg>
        <pc:cxnChg chg="add del mod">
          <ac:chgData name="YUAN HE" userId="83267edd7d760aca" providerId="LiveId" clId="{88A60433-6414-4BD0-8EB6-31796CC6DF80}" dt="2020-10-15T13:35:00.471" v="1273" actId="478"/>
          <ac:cxnSpMkLst>
            <pc:docMk/>
            <pc:sldMk cId="1982144043" sldId="265"/>
            <ac:cxnSpMk id="23" creationId="{DADFFFD7-BB1F-424B-A273-32F235CE44F0}"/>
          </ac:cxnSpMkLst>
        </pc:cxnChg>
        <pc:cxnChg chg="add del mod">
          <ac:chgData name="YUAN HE" userId="83267edd7d760aca" providerId="LiveId" clId="{88A60433-6414-4BD0-8EB6-31796CC6DF80}" dt="2020-10-15T13:34:55.875" v="1271" actId="478"/>
          <ac:cxnSpMkLst>
            <pc:docMk/>
            <pc:sldMk cId="1982144043" sldId="265"/>
            <ac:cxnSpMk id="24" creationId="{B85CFA72-57C0-4AD8-983F-02ECA5EA8A91}"/>
          </ac:cxnSpMkLst>
        </pc:cxnChg>
      </pc:sldChg>
      <pc:sldChg chg="modSp mod">
        <pc:chgData name="YUAN HE" userId="83267edd7d760aca" providerId="LiveId" clId="{88A60433-6414-4BD0-8EB6-31796CC6DF80}" dt="2020-10-19T23:43:29.348" v="3236" actId="207"/>
        <pc:sldMkLst>
          <pc:docMk/>
          <pc:sldMk cId="1553483360" sldId="266"/>
        </pc:sldMkLst>
        <pc:graphicFrameChg chg="mod modGraphic">
          <ac:chgData name="YUAN HE" userId="83267edd7d760aca" providerId="LiveId" clId="{88A60433-6414-4BD0-8EB6-31796CC6DF80}" dt="2020-10-19T23:43:29.348" v="3236" actId="207"/>
          <ac:graphicFrameMkLst>
            <pc:docMk/>
            <pc:sldMk cId="1553483360" sldId="266"/>
            <ac:graphicFrameMk id="11" creationId="{96626221-B518-4608-893C-9EDD09F2D24D}"/>
          </ac:graphicFrameMkLst>
        </pc:graphicFrameChg>
      </pc:sldChg>
      <pc:sldChg chg="addSp delSp modSp mod modAnim">
        <pc:chgData name="YUAN HE" userId="83267edd7d760aca" providerId="LiveId" clId="{88A60433-6414-4BD0-8EB6-31796CC6DF80}" dt="2020-10-19T23:43:50.124" v="3247" actId="1076"/>
        <pc:sldMkLst>
          <pc:docMk/>
          <pc:sldMk cId="2531450280" sldId="267"/>
        </pc:sldMkLst>
        <pc:spChg chg="del">
          <ac:chgData name="YUAN HE" userId="83267edd7d760aca" providerId="LiveId" clId="{88A60433-6414-4BD0-8EB6-31796CC6DF80}" dt="2020-10-15T13:12:43.375" v="143" actId="3680"/>
          <ac:spMkLst>
            <pc:docMk/>
            <pc:sldMk cId="2531450280" sldId="267"/>
            <ac:spMk id="4" creationId="{826A767C-6E1B-46DF-AFD9-F852745BF25D}"/>
          </ac:spMkLst>
        </pc:spChg>
        <pc:spChg chg="add del mod">
          <ac:chgData name="YUAN HE" userId="83267edd7d760aca" providerId="LiveId" clId="{88A60433-6414-4BD0-8EB6-31796CC6DF80}" dt="2020-10-15T13:13:20.853" v="160" actId="3680"/>
          <ac:spMkLst>
            <pc:docMk/>
            <pc:sldMk cId="2531450280" sldId="267"/>
            <ac:spMk id="6" creationId="{C6EF0D71-56C2-4263-BD75-E0A740B4AF01}"/>
          </ac:spMkLst>
        </pc:spChg>
        <pc:spChg chg="add mod">
          <ac:chgData name="YUAN HE" userId="83267edd7d760aca" providerId="LiveId" clId="{88A60433-6414-4BD0-8EB6-31796CC6DF80}" dt="2020-10-15T13:14:51.113" v="179" actId="1076"/>
          <ac:spMkLst>
            <pc:docMk/>
            <pc:sldMk cId="2531450280" sldId="267"/>
            <ac:spMk id="8" creationId="{2F79D29E-CF21-4B56-A807-BB0436FF1548}"/>
          </ac:spMkLst>
        </pc:spChg>
        <pc:spChg chg="add mod">
          <ac:chgData name="YUAN HE" userId="83267edd7d760aca" providerId="LiveId" clId="{88A60433-6414-4BD0-8EB6-31796CC6DF80}" dt="2020-10-15T13:37:40.810" v="1299" actId="207"/>
          <ac:spMkLst>
            <pc:docMk/>
            <pc:sldMk cId="2531450280" sldId="267"/>
            <ac:spMk id="9" creationId="{6B7BD6A6-B0FA-42C9-B871-64A610BFACB8}"/>
          </ac:spMkLst>
        </pc:spChg>
        <pc:spChg chg="add mod">
          <ac:chgData name="YUAN HE" userId="83267edd7d760aca" providerId="LiveId" clId="{88A60433-6414-4BD0-8EB6-31796CC6DF80}" dt="2020-10-19T23:43:50.124" v="3247" actId="1076"/>
          <ac:spMkLst>
            <pc:docMk/>
            <pc:sldMk cId="2531450280" sldId="267"/>
            <ac:spMk id="10" creationId="{75D00655-0334-480F-8A4C-560653D0A7D2}"/>
          </ac:spMkLst>
        </pc:spChg>
        <pc:graphicFrameChg chg="add del mod ord modGraphic">
          <ac:chgData name="YUAN HE" userId="83267edd7d760aca" providerId="LiveId" clId="{88A60433-6414-4BD0-8EB6-31796CC6DF80}" dt="2020-10-15T13:13:11.647" v="159" actId="21"/>
          <ac:graphicFrameMkLst>
            <pc:docMk/>
            <pc:sldMk cId="2531450280" sldId="267"/>
            <ac:graphicFrameMk id="3" creationId="{3EF66408-A7F6-411B-A9AD-025FBE046388}"/>
          </ac:graphicFrameMkLst>
        </pc:graphicFrameChg>
        <pc:graphicFrameChg chg="add mod ord modGraphic">
          <ac:chgData name="YUAN HE" userId="83267edd7d760aca" providerId="LiveId" clId="{88A60433-6414-4BD0-8EB6-31796CC6DF80}" dt="2020-10-19T23:43:46.742" v="3246" actId="20577"/>
          <ac:graphicFrameMkLst>
            <pc:docMk/>
            <pc:sldMk cId="2531450280" sldId="267"/>
            <ac:graphicFrameMk id="7" creationId="{C2A88D51-197E-4CC9-A7CB-EC7994BA751D}"/>
          </ac:graphicFrameMkLst>
        </pc:graphicFrameChg>
      </pc:sldChg>
      <pc:sldChg chg="addSp delSp modSp mod ord">
        <pc:chgData name="YUAN HE" userId="83267edd7d760aca" providerId="LiveId" clId="{88A60433-6414-4BD0-8EB6-31796CC6DF80}" dt="2020-10-19T23:44:04.484" v="3255" actId="20577"/>
        <pc:sldMkLst>
          <pc:docMk/>
          <pc:sldMk cId="1315378316" sldId="268"/>
        </pc:sldMkLst>
        <pc:spChg chg="del">
          <ac:chgData name="YUAN HE" userId="83267edd7d760aca" providerId="LiveId" clId="{88A60433-6414-4BD0-8EB6-31796CC6DF80}" dt="2020-10-15T13:17:07.057" v="260" actId="3680"/>
          <ac:spMkLst>
            <pc:docMk/>
            <pc:sldMk cId="1315378316" sldId="268"/>
            <ac:spMk id="4" creationId="{826A767C-6E1B-46DF-AFD9-F852745BF25D}"/>
          </ac:spMkLst>
        </pc:spChg>
        <pc:graphicFrameChg chg="add mod ord modGraphic">
          <ac:chgData name="YUAN HE" userId="83267edd7d760aca" providerId="LiveId" clId="{88A60433-6414-4BD0-8EB6-31796CC6DF80}" dt="2020-10-19T23:44:04.484" v="3255" actId="20577"/>
          <ac:graphicFrameMkLst>
            <pc:docMk/>
            <pc:sldMk cId="1315378316" sldId="268"/>
            <ac:graphicFrameMk id="3" creationId="{F9814F55-1AD4-4335-A02F-841829E0581D}"/>
          </ac:graphicFrameMkLst>
        </pc:graphicFrameChg>
      </pc:sldChg>
      <pc:sldChg chg="modSp mod">
        <pc:chgData name="YUAN HE" userId="83267edd7d760aca" providerId="LiveId" clId="{88A60433-6414-4BD0-8EB6-31796CC6DF80}" dt="2020-10-19T12:38:05.090" v="2822" actId="20577"/>
        <pc:sldMkLst>
          <pc:docMk/>
          <pc:sldMk cId="3303117943" sldId="269"/>
        </pc:sldMkLst>
        <pc:spChg chg="mod">
          <ac:chgData name="YUAN HE" userId="83267edd7d760aca" providerId="LiveId" clId="{88A60433-6414-4BD0-8EB6-31796CC6DF80}" dt="2020-10-19T12:38:05.090" v="2822" actId="20577"/>
          <ac:spMkLst>
            <pc:docMk/>
            <pc:sldMk cId="3303117943" sldId="269"/>
            <ac:spMk id="4" creationId="{826A767C-6E1B-46DF-AFD9-F852745BF25D}"/>
          </ac:spMkLst>
        </pc:spChg>
      </pc:sldChg>
      <pc:sldChg chg="delSp modSp mod">
        <pc:chgData name="YUAN HE" userId="83267edd7d760aca" providerId="LiveId" clId="{88A60433-6414-4BD0-8EB6-31796CC6DF80}" dt="2020-10-17T12:50:09.152" v="2782" actId="255"/>
        <pc:sldMkLst>
          <pc:docMk/>
          <pc:sldMk cId="1653342606" sldId="270"/>
        </pc:sldMkLst>
        <pc:spChg chg="mod">
          <ac:chgData name="YUAN HE" userId="83267edd7d760aca" providerId="LiveId" clId="{88A60433-6414-4BD0-8EB6-31796CC6DF80}" dt="2020-10-17T12:50:09.152" v="2782" actId="255"/>
          <ac:spMkLst>
            <pc:docMk/>
            <pc:sldMk cId="1653342606" sldId="270"/>
            <ac:spMk id="2" creationId="{4DC8D264-9052-48D1-B0D9-F3547DAE2A9F}"/>
          </ac:spMkLst>
        </pc:spChg>
        <pc:spChg chg="del">
          <ac:chgData name="YUAN HE" userId="83267edd7d760aca" providerId="LiveId" clId="{88A60433-6414-4BD0-8EB6-31796CC6DF80}" dt="2020-10-17T12:49:59.391" v="2780" actId="21"/>
          <ac:spMkLst>
            <pc:docMk/>
            <pc:sldMk cId="1653342606" sldId="270"/>
            <ac:spMk id="3" creationId="{01428578-FFEE-4621-943C-3510021ACC65}"/>
          </ac:spMkLst>
        </pc:spChg>
      </pc:sldChg>
      <pc:sldChg chg="new del">
        <pc:chgData name="YUAN HE" userId="83267edd7d760aca" providerId="LiveId" clId="{88A60433-6414-4BD0-8EB6-31796CC6DF80}" dt="2020-10-15T16:59:14.036" v="1378" actId="680"/>
        <pc:sldMkLst>
          <pc:docMk/>
          <pc:sldMk cId="1550422852" sldId="271"/>
        </pc:sldMkLst>
      </pc:sldChg>
      <pc:sldChg chg="modSp add del mod">
        <pc:chgData name="YUAN HE" userId="83267edd7d760aca" providerId="LiveId" clId="{88A60433-6414-4BD0-8EB6-31796CC6DF80}" dt="2020-10-15T17:17:18.015" v="1533" actId="2696"/>
        <pc:sldMkLst>
          <pc:docMk/>
          <pc:sldMk cId="3118273221" sldId="271"/>
        </pc:sldMkLst>
        <pc:spChg chg="mod">
          <ac:chgData name="YUAN HE" userId="83267edd7d760aca" providerId="LiveId" clId="{88A60433-6414-4BD0-8EB6-31796CC6DF80}" dt="2020-10-15T16:59:47.583" v="1397" actId="20577"/>
          <ac:spMkLst>
            <pc:docMk/>
            <pc:sldMk cId="3118273221" sldId="271"/>
            <ac:spMk id="2" creationId="{4DC8D264-9052-48D1-B0D9-F3547DAE2A9F}"/>
          </ac:spMkLst>
        </pc:spChg>
        <pc:spChg chg="mod">
          <ac:chgData name="YUAN HE" userId="83267edd7d760aca" providerId="LiveId" clId="{88A60433-6414-4BD0-8EB6-31796CC6DF80}" dt="2020-10-15T17:11:57.880" v="1483" actId="20577"/>
          <ac:spMkLst>
            <pc:docMk/>
            <pc:sldMk cId="3118273221" sldId="271"/>
            <ac:spMk id="3" creationId="{01428578-FFEE-4621-943C-3510021ACC65}"/>
          </ac:spMkLst>
        </pc:spChg>
      </pc:sldChg>
      <pc:sldChg chg="addSp delSp modSp add mod">
        <pc:chgData name="YUAN HE" userId="83267edd7d760aca" providerId="LiveId" clId="{88A60433-6414-4BD0-8EB6-31796CC6DF80}" dt="2020-10-15T17:21:57.695" v="1574" actId="20577"/>
        <pc:sldMkLst>
          <pc:docMk/>
          <pc:sldMk cId="2959817619" sldId="272"/>
        </pc:sldMkLst>
        <pc:spChg chg="mod">
          <ac:chgData name="YUAN HE" userId="83267edd7d760aca" providerId="LiveId" clId="{88A60433-6414-4BD0-8EB6-31796CC6DF80}" dt="2020-10-15T17:21:57.695" v="1574" actId="20577"/>
          <ac:spMkLst>
            <pc:docMk/>
            <pc:sldMk cId="2959817619" sldId="272"/>
            <ac:spMk id="2" creationId="{4DC8D264-9052-48D1-B0D9-F3547DAE2A9F}"/>
          </ac:spMkLst>
        </pc:spChg>
        <pc:spChg chg="mod">
          <ac:chgData name="YUAN HE" userId="83267edd7d760aca" providerId="LiveId" clId="{88A60433-6414-4BD0-8EB6-31796CC6DF80}" dt="2020-10-15T17:14:30.951" v="1509" actId="114"/>
          <ac:spMkLst>
            <pc:docMk/>
            <pc:sldMk cId="2959817619" sldId="272"/>
            <ac:spMk id="3" creationId="{01428578-FFEE-4621-943C-3510021ACC65}"/>
          </ac:spMkLst>
        </pc:spChg>
        <pc:picChg chg="add del mod">
          <ac:chgData name="YUAN HE" userId="83267edd7d760aca" providerId="LiveId" clId="{88A60433-6414-4BD0-8EB6-31796CC6DF80}" dt="2020-10-15T17:16:32.698" v="1527" actId="478"/>
          <ac:picMkLst>
            <pc:docMk/>
            <pc:sldMk cId="2959817619" sldId="272"/>
            <ac:picMk id="5" creationId="{0C904040-7AAB-4B18-9032-C0B715B718F2}"/>
          </ac:picMkLst>
        </pc:picChg>
        <pc:picChg chg="add del mod">
          <ac:chgData name="YUAN HE" userId="83267edd7d760aca" providerId="LiveId" clId="{88A60433-6414-4BD0-8EB6-31796CC6DF80}" dt="2020-10-15T17:16:32.201" v="1526" actId="478"/>
          <ac:picMkLst>
            <pc:docMk/>
            <pc:sldMk cId="2959817619" sldId="272"/>
            <ac:picMk id="6" creationId="{F945498A-0908-4B69-8EAB-E7C596F48C95}"/>
          </ac:picMkLst>
        </pc:picChg>
        <pc:picChg chg="add mod">
          <ac:chgData name="YUAN HE" userId="83267edd7d760aca" providerId="LiveId" clId="{88A60433-6414-4BD0-8EB6-31796CC6DF80}" dt="2020-10-15T17:16:30.047" v="1525" actId="1076"/>
          <ac:picMkLst>
            <pc:docMk/>
            <pc:sldMk cId="2959817619" sldId="272"/>
            <ac:picMk id="7" creationId="{7F3C49B4-8F99-42E5-AA56-4B4F88D2E908}"/>
          </ac:picMkLst>
        </pc:picChg>
        <pc:picChg chg="add mod">
          <ac:chgData name="YUAN HE" userId="83267edd7d760aca" providerId="LiveId" clId="{88A60433-6414-4BD0-8EB6-31796CC6DF80}" dt="2020-10-15T17:16:37.982" v="1529" actId="1076"/>
          <ac:picMkLst>
            <pc:docMk/>
            <pc:sldMk cId="2959817619" sldId="272"/>
            <ac:picMk id="8" creationId="{F428543D-7C71-408C-A1F8-FCB8007365DF}"/>
          </ac:picMkLst>
        </pc:picChg>
        <pc:picChg chg="add mod">
          <ac:chgData name="YUAN HE" userId="83267edd7d760aca" providerId="LiveId" clId="{88A60433-6414-4BD0-8EB6-31796CC6DF80}" dt="2020-10-15T17:16:49.870" v="1531" actId="1076"/>
          <ac:picMkLst>
            <pc:docMk/>
            <pc:sldMk cId="2959817619" sldId="272"/>
            <ac:picMk id="9" creationId="{89066317-A636-4389-A7FD-7B347A963646}"/>
          </ac:picMkLst>
        </pc:picChg>
      </pc:sldChg>
      <pc:sldChg chg="addSp modSp add mod">
        <pc:chgData name="YUAN HE" userId="83267edd7d760aca" providerId="LiveId" clId="{88A60433-6414-4BD0-8EB6-31796CC6DF80}" dt="2020-10-15T17:22:01.822" v="1577" actId="20577"/>
        <pc:sldMkLst>
          <pc:docMk/>
          <pc:sldMk cId="2165823546" sldId="273"/>
        </pc:sldMkLst>
        <pc:spChg chg="mod">
          <ac:chgData name="YUAN HE" userId="83267edd7d760aca" providerId="LiveId" clId="{88A60433-6414-4BD0-8EB6-31796CC6DF80}" dt="2020-10-15T17:22:01.822" v="1577" actId="20577"/>
          <ac:spMkLst>
            <pc:docMk/>
            <pc:sldMk cId="2165823546" sldId="273"/>
            <ac:spMk id="2" creationId="{4DC8D264-9052-48D1-B0D9-F3547DAE2A9F}"/>
          </ac:spMkLst>
        </pc:spChg>
        <pc:spChg chg="mod">
          <ac:chgData name="YUAN HE" userId="83267edd7d760aca" providerId="LiveId" clId="{88A60433-6414-4BD0-8EB6-31796CC6DF80}" dt="2020-10-15T17:21:25.126" v="1567" actId="207"/>
          <ac:spMkLst>
            <pc:docMk/>
            <pc:sldMk cId="2165823546" sldId="273"/>
            <ac:spMk id="3" creationId="{01428578-FFEE-4621-943C-3510021ACC65}"/>
          </ac:spMkLst>
        </pc:spChg>
        <pc:picChg chg="add mod">
          <ac:chgData name="YUAN HE" userId="83267edd7d760aca" providerId="LiveId" clId="{88A60433-6414-4BD0-8EB6-31796CC6DF80}" dt="2020-10-15T17:21:34.257" v="1570" actId="1076"/>
          <ac:picMkLst>
            <pc:docMk/>
            <pc:sldMk cId="2165823546" sldId="273"/>
            <ac:picMk id="4" creationId="{BFE0532D-1DB3-4109-A1F5-C18B4B9EFA6E}"/>
          </ac:picMkLst>
        </pc:picChg>
        <pc:picChg chg="mod">
          <ac:chgData name="YUAN HE" userId="83267edd7d760aca" providerId="LiveId" clId="{88A60433-6414-4BD0-8EB6-31796CC6DF80}" dt="2020-10-15T17:21:39.357" v="1571" actId="1076"/>
          <ac:picMkLst>
            <pc:docMk/>
            <pc:sldMk cId="2165823546" sldId="273"/>
            <ac:picMk id="7" creationId="{7F3C49B4-8F99-42E5-AA56-4B4F88D2E908}"/>
          </ac:picMkLst>
        </pc:picChg>
      </pc:sldChg>
      <pc:sldChg chg="addSp delSp modSp add mod">
        <pc:chgData name="YUAN HE" userId="83267edd7d760aca" providerId="LiveId" clId="{88A60433-6414-4BD0-8EB6-31796CC6DF80}" dt="2020-10-19T23:42:12.964" v="3209" actId="1076"/>
        <pc:sldMkLst>
          <pc:docMk/>
          <pc:sldMk cId="3869838074" sldId="274"/>
        </pc:sldMkLst>
        <pc:spChg chg="mod">
          <ac:chgData name="YUAN HE" userId="83267edd7d760aca" providerId="LiveId" clId="{88A60433-6414-4BD0-8EB6-31796CC6DF80}" dt="2020-10-15T17:22:06.746" v="1581" actId="20577"/>
          <ac:spMkLst>
            <pc:docMk/>
            <pc:sldMk cId="3869838074" sldId="274"/>
            <ac:spMk id="2" creationId="{4DC8D264-9052-48D1-B0D9-F3547DAE2A9F}"/>
          </ac:spMkLst>
        </pc:spChg>
        <pc:spChg chg="mod">
          <ac:chgData name="YUAN HE" userId="83267edd7d760aca" providerId="LiveId" clId="{88A60433-6414-4BD0-8EB6-31796CC6DF80}" dt="2020-10-19T23:42:03.855" v="3206" actId="207"/>
          <ac:spMkLst>
            <pc:docMk/>
            <pc:sldMk cId="3869838074" sldId="274"/>
            <ac:spMk id="3" creationId="{01428578-FFEE-4621-943C-3510021ACC65}"/>
          </ac:spMkLst>
        </pc:spChg>
        <pc:picChg chg="add mod">
          <ac:chgData name="YUAN HE" userId="83267edd7d760aca" providerId="LiveId" clId="{88A60433-6414-4BD0-8EB6-31796CC6DF80}" dt="2020-10-19T23:42:12.964" v="3209" actId="1076"/>
          <ac:picMkLst>
            <pc:docMk/>
            <pc:sldMk cId="3869838074" sldId="274"/>
            <ac:picMk id="4" creationId="{2AC814E2-70DF-4100-908B-D5D03D1874BA}"/>
          </ac:picMkLst>
        </pc:picChg>
        <pc:picChg chg="del">
          <ac:chgData name="YUAN HE" userId="83267edd7d760aca" providerId="LiveId" clId="{88A60433-6414-4BD0-8EB6-31796CC6DF80}" dt="2020-10-15T17:23:59.844" v="1603" actId="478"/>
          <ac:picMkLst>
            <pc:docMk/>
            <pc:sldMk cId="3869838074" sldId="274"/>
            <ac:picMk id="4" creationId="{BFE0532D-1DB3-4109-A1F5-C18B4B9EFA6E}"/>
          </ac:picMkLst>
        </pc:picChg>
        <pc:picChg chg="del">
          <ac:chgData name="YUAN HE" userId="83267edd7d760aca" providerId="LiveId" clId="{88A60433-6414-4BD0-8EB6-31796CC6DF80}" dt="2020-10-15T17:23:59.137" v="1602" actId="478"/>
          <ac:picMkLst>
            <pc:docMk/>
            <pc:sldMk cId="3869838074" sldId="274"/>
            <ac:picMk id="7" creationId="{7F3C49B4-8F99-42E5-AA56-4B4F88D2E908}"/>
          </ac:picMkLst>
        </pc:picChg>
        <pc:picChg chg="mod">
          <ac:chgData name="YUAN HE" userId="83267edd7d760aca" providerId="LiveId" clId="{88A60433-6414-4BD0-8EB6-31796CC6DF80}" dt="2020-10-15T17:23:57.945" v="1601" actId="1076"/>
          <ac:picMkLst>
            <pc:docMk/>
            <pc:sldMk cId="3869838074" sldId="274"/>
            <ac:picMk id="8" creationId="{F428543D-7C71-408C-A1F8-FCB8007365DF}"/>
          </ac:picMkLst>
        </pc:picChg>
      </pc:sldChg>
      <pc:sldChg chg="addSp modSp add mod modAnim">
        <pc:chgData name="YUAN HE" userId="83267edd7d760aca" providerId="LiveId" clId="{88A60433-6414-4BD0-8EB6-31796CC6DF80}" dt="2020-10-17T12:49:20.376" v="2779" actId="1076"/>
        <pc:sldMkLst>
          <pc:docMk/>
          <pc:sldMk cId="1007608120" sldId="275"/>
        </pc:sldMkLst>
        <pc:spChg chg="mod">
          <ac:chgData name="YUAN HE" userId="83267edd7d760aca" providerId="LiveId" clId="{88A60433-6414-4BD0-8EB6-31796CC6DF80}" dt="2020-10-15T17:38:15.867" v="1913" actId="20577"/>
          <ac:spMkLst>
            <pc:docMk/>
            <pc:sldMk cId="1007608120" sldId="275"/>
            <ac:spMk id="2" creationId="{4DC8D264-9052-48D1-B0D9-F3547DAE2A9F}"/>
          </ac:spMkLst>
        </pc:spChg>
        <pc:spChg chg="mod">
          <ac:chgData name="YUAN HE" userId="83267edd7d760aca" providerId="LiveId" clId="{88A60433-6414-4BD0-8EB6-31796CC6DF80}" dt="2020-10-17T12:48:46.262" v="2777" actId="20577"/>
          <ac:spMkLst>
            <pc:docMk/>
            <pc:sldMk cId="1007608120" sldId="275"/>
            <ac:spMk id="3" creationId="{59199C4C-5AA4-49CE-81AC-CBF428574A2B}"/>
          </ac:spMkLst>
        </pc:spChg>
        <pc:spChg chg="add mod">
          <ac:chgData name="YUAN HE" userId="83267edd7d760aca" providerId="LiveId" clId="{88A60433-6414-4BD0-8EB6-31796CC6DF80}" dt="2020-10-17T12:49:20.376" v="2779" actId="1076"/>
          <ac:spMkLst>
            <pc:docMk/>
            <pc:sldMk cId="1007608120" sldId="275"/>
            <ac:spMk id="4" creationId="{138A9555-14F0-4436-9E48-FFD5E1BF6F9B}"/>
          </ac:spMkLst>
        </pc:spChg>
        <pc:spChg chg="add mod">
          <ac:chgData name="YUAN HE" userId="83267edd7d760aca" providerId="LiveId" clId="{88A60433-6414-4BD0-8EB6-31796CC6DF80}" dt="2020-10-17T12:49:20.376" v="2779" actId="1076"/>
          <ac:spMkLst>
            <pc:docMk/>
            <pc:sldMk cId="1007608120" sldId="275"/>
            <ac:spMk id="5" creationId="{DEEE0C75-0813-42AB-8CE7-58B9464542B5}"/>
          </ac:spMkLst>
        </pc:spChg>
        <pc:spChg chg="add mod">
          <ac:chgData name="YUAN HE" userId="83267edd7d760aca" providerId="LiveId" clId="{88A60433-6414-4BD0-8EB6-31796CC6DF80}" dt="2020-10-17T12:49:20.376" v="2779" actId="1076"/>
          <ac:spMkLst>
            <pc:docMk/>
            <pc:sldMk cId="1007608120" sldId="275"/>
            <ac:spMk id="6" creationId="{B4258182-8157-49B1-A2A2-F804C7F010FC}"/>
          </ac:spMkLst>
        </pc:spChg>
        <pc:spChg chg="add mod">
          <ac:chgData name="YUAN HE" userId="83267edd7d760aca" providerId="LiveId" clId="{88A60433-6414-4BD0-8EB6-31796CC6DF80}" dt="2020-10-17T12:49:20.376" v="2779" actId="1076"/>
          <ac:spMkLst>
            <pc:docMk/>
            <pc:sldMk cId="1007608120" sldId="275"/>
            <ac:spMk id="14" creationId="{1553E3E7-C5CF-4542-9776-BA17A0E61F2A}"/>
          </ac:spMkLst>
        </pc:spChg>
        <pc:spChg chg="add mod">
          <ac:chgData name="YUAN HE" userId="83267edd7d760aca" providerId="LiveId" clId="{88A60433-6414-4BD0-8EB6-31796CC6DF80}" dt="2020-10-17T12:49:20.376" v="2779" actId="1076"/>
          <ac:spMkLst>
            <pc:docMk/>
            <pc:sldMk cId="1007608120" sldId="275"/>
            <ac:spMk id="15" creationId="{3261CFB0-1EEA-480F-AD7B-19C302CA7FEF}"/>
          </ac:spMkLst>
        </pc:spChg>
        <pc:cxnChg chg="add mod">
          <ac:chgData name="YUAN HE" userId="83267edd7d760aca" providerId="LiveId" clId="{88A60433-6414-4BD0-8EB6-31796CC6DF80}" dt="2020-10-17T12:49:20.376" v="2779" actId="1076"/>
          <ac:cxnSpMkLst>
            <pc:docMk/>
            <pc:sldMk cId="1007608120" sldId="275"/>
            <ac:cxnSpMk id="8" creationId="{5305E5C1-3551-44B9-BAC5-FA76B808431D}"/>
          </ac:cxnSpMkLst>
        </pc:cxnChg>
        <pc:cxnChg chg="add mod">
          <ac:chgData name="YUAN HE" userId="83267edd7d760aca" providerId="LiveId" clId="{88A60433-6414-4BD0-8EB6-31796CC6DF80}" dt="2020-10-17T12:49:20.376" v="2779" actId="1076"/>
          <ac:cxnSpMkLst>
            <pc:docMk/>
            <pc:sldMk cId="1007608120" sldId="275"/>
            <ac:cxnSpMk id="11" creationId="{98549548-B14B-43AF-B413-6E6B01E5B0EB}"/>
          </ac:cxnSpMkLst>
        </pc:cxnChg>
      </pc:sldChg>
      <pc:sldChg chg="delSp modSp add mod delAnim modAnim">
        <pc:chgData name="YUAN HE" userId="83267edd7d760aca" providerId="LiveId" clId="{88A60433-6414-4BD0-8EB6-31796CC6DF80}" dt="2020-10-20T18:54:48.100" v="4003" actId="20577"/>
        <pc:sldMkLst>
          <pc:docMk/>
          <pc:sldMk cId="3544129574" sldId="276"/>
        </pc:sldMkLst>
        <pc:spChg chg="mod">
          <ac:chgData name="YUAN HE" userId="83267edd7d760aca" providerId="LiveId" clId="{88A60433-6414-4BD0-8EB6-31796CC6DF80}" dt="2020-10-20T18:43:52.592" v="3389" actId="20577"/>
          <ac:spMkLst>
            <pc:docMk/>
            <pc:sldMk cId="3544129574" sldId="276"/>
            <ac:spMk id="2" creationId="{4DC8D264-9052-48D1-B0D9-F3547DAE2A9F}"/>
          </ac:spMkLst>
        </pc:spChg>
        <pc:spChg chg="mod">
          <ac:chgData name="YUAN HE" userId="83267edd7d760aca" providerId="LiveId" clId="{88A60433-6414-4BD0-8EB6-31796CC6DF80}" dt="2020-10-20T18:54:48.100" v="4003" actId="20577"/>
          <ac:spMkLst>
            <pc:docMk/>
            <pc:sldMk cId="3544129574" sldId="276"/>
            <ac:spMk id="3" creationId="{59199C4C-5AA4-49CE-81AC-CBF428574A2B}"/>
          </ac:spMkLst>
        </pc:spChg>
        <pc:spChg chg="del">
          <ac:chgData name="YUAN HE" userId="83267edd7d760aca" providerId="LiveId" clId="{88A60433-6414-4BD0-8EB6-31796CC6DF80}" dt="2020-10-20T18:43:44.974" v="3387" actId="478"/>
          <ac:spMkLst>
            <pc:docMk/>
            <pc:sldMk cId="3544129574" sldId="276"/>
            <ac:spMk id="5" creationId="{EC1C9A2F-B0D3-41E4-81AB-A7E671BC4C5F}"/>
          </ac:spMkLst>
        </pc:spChg>
        <pc:spChg chg="del">
          <ac:chgData name="YUAN HE" userId="83267edd7d760aca" providerId="LiveId" clId="{88A60433-6414-4BD0-8EB6-31796CC6DF80}" dt="2020-10-20T18:43:44.160" v="3386" actId="478"/>
          <ac:spMkLst>
            <pc:docMk/>
            <pc:sldMk cId="3544129574" sldId="276"/>
            <ac:spMk id="6" creationId="{164A4079-BA18-44BE-B123-D94F55CA1B22}"/>
          </ac:spMkLst>
        </pc:spChg>
        <pc:graphicFrameChg chg="del">
          <ac:chgData name="YUAN HE" userId="83267edd7d760aca" providerId="LiveId" clId="{88A60433-6414-4BD0-8EB6-31796CC6DF80}" dt="2020-10-20T18:43:41.920" v="3385" actId="21"/>
          <ac:graphicFrameMkLst>
            <pc:docMk/>
            <pc:sldMk cId="3544129574" sldId="276"/>
            <ac:graphicFrameMk id="4" creationId="{73B258A7-2279-4AE3-8317-4103BE58B152}"/>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AD3C0-66C5-486E-84B8-1AEFC82923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849140F-3B15-4F33-95E9-9E838887E7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163B4C0-D5D2-4ED2-9470-BAF6950E4A55}"/>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5" name="Footer Placeholder 4">
            <a:extLst>
              <a:ext uri="{FF2B5EF4-FFF2-40B4-BE49-F238E27FC236}">
                <a16:creationId xmlns:a16="http://schemas.microsoft.com/office/drawing/2014/main" id="{97477149-85D1-42CF-BD9A-B210C63492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08CF4A-B982-4CB5-9E9A-8D9479C31F75}"/>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1313356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3A6A-1017-4114-8638-E307076E7F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2390EC-26C0-4043-977B-1A5E852B34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A0D51F6-02F4-4915-98EF-82564372722D}"/>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5" name="Footer Placeholder 4">
            <a:extLst>
              <a:ext uri="{FF2B5EF4-FFF2-40B4-BE49-F238E27FC236}">
                <a16:creationId xmlns:a16="http://schemas.microsoft.com/office/drawing/2014/main" id="{895C9577-02C1-445A-848E-2DF8B68DD0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912B5C-A646-4912-8FD9-0A71C912F7F7}"/>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3457486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EDAE1-1569-4322-82BF-94F573CF65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37D9782-3DF0-464C-8015-022A2493FF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877481-3D9E-4890-9124-19A3763CB052}"/>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5" name="Footer Placeholder 4">
            <a:extLst>
              <a:ext uri="{FF2B5EF4-FFF2-40B4-BE49-F238E27FC236}">
                <a16:creationId xmlns:a16="http://schemas.microsoft.com/office/drawing/2014/main" id="{6EA6EF91-5739-4744-9162-A0A39ADB1B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9F1E24B-DF94-419A-827D-929945C8282C}"/>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1025237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822A0-A5ED-44D3-8686-53317F653F4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054583A-F1F9-4911-8DF4-A54E2B77E0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728448E-88A8-4F2A-AB4D-FD8D933256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A24B931-D965-440E-8B2D-AE48491990D8}"/>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6" name="Footer Placeholder 5">
            <a:extLst>
              <a:ext uri="{FF2B5EF4-FFF2-40B4-BE49-F238E27FC236}">
                <a16:creationId xmlns:a16="http://schemas.microsoft.com/office/drawing/2014/main" id="{ADF6C481-5987-4061-8CA7-04CC4280D1F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2B6471-E283-4EC4-AC06-84D61D59E415}"/>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155853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59278-4365-4FB1-B1E3-8C43AF7FA71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CF36517-C663-4B1A-8D7D-3ADF8BB248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4F7FF3-FF30-49F1-8373-9A0F1A1A30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43890BC-0257-49A9-BEAB-C3119D2CC5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52D0CC-9907-4379-9F59-3DA443BC83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2C8B39A-EE15-4ED9-8489-918CED323BD1}"/>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8" name="Footer Placeholder 7">
            <a:extLst>
              <a:ext uri="{FF2B5EF4-FFF2-40B4-BE49-F238E27FC236}">
                <a16:creationId xmlns:a16="http://schemas.microsoft.com/office/drawing/2014/main" id="{153E5E54-59CA-480A-BFD0-CDDD1488D81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B54E898-35D9-4F26-9E99-C0950CCE515E}"/>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4166140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106D-0261-4845-A9EE-38CD4896C75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1B41619-3F2D-4CFC-8B2F-42037E2977E6}"/>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4" name="Footer Placeholder 3">
            <a:extLst>
              <a:ext uri="{FF2B5EF4-FFF2-40B4-BE49-F238E27FC236}">
                <a16:creationId xmlns:a16="http://schemas.microsoft.com/office/drawing/2014/main" id="{DFBB1B1E-B1A6-40E7-9720-914EBEA9398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9AB8C7-5E11-4EC8-AE33-A57CD8190CD2}"/>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4061357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545E29-95CA-4D31-B653-B9356712A636}"/>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3" name="Footer Placeholder 2">
            <a:extLst>
              <a:ext uri="{FF2B5EF4-FFF2-40B4-BE49-F238E27FC236}">
                <a16:creationId xmlns:a16="http://schemas.microsoft.com/office/drawing/2014/main" id="{929B9243-AC27-4DC5-AE40-4F48D825889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092046B-8353-4C28-A4AD-08E1B81DAB97}"/>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90615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88AAB-0D6A-4E06-96A3-5DB356363B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4EA6CC8-1909-4467-9DDC-83CF64188E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5D6FCC1-6833-4862-88FA-15B8C9A4F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363269-1B7A-4C18-9E82-EAABB72AB5AD}"/>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6" name="Footer Placeholder 5">
            <a:extLst>
              <a:ext uri="{FF2B5EF4-FFF2-40B4-BE49-F238E27FC236}">
                <a16:creationId xmlns:a16="http://schemas.microsoft.com/office/drawing/2014/main" id="{32D35F11-2E2D-4E66-9284-4A0DAA1424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18F79E4-82F6-449E-A48C-92B10C22CC61}"/>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1606510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B8DD-AC06-447B-AB6A-747E5393A2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C9F40FD-5E00-4B2C-9239-7E2CBDAE13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70ECC70-4042-4B64-84D9-5225E79F0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A9D288-96E7-4850-8373-AC8D5A4FDC4D}"/>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6" name="Footer Placeholder 5">
            <a:extLst>
              <a:ext uri="{FF2B5EF4-FFF2-40B4-BE49-F238E27FC236}">
                <a16:creationId xmlns:a16="http://schemas.microsoft.com/office/drawing/2014/main" id="{D7866848-64B6-430B-961A-37D4BF265F9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E5AA0C-7ED6-43F3-A2F2-674A370397C4}"/>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1734545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AD82-6C16-4705-B4C4-CA8E9EE3BE3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E401364-5C56-4B50-90B3-FB76EFEE19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9FE03C-09A6-4A46-BA66-2172C115A4CD}"/>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5" name="Footer Placeholder 4">
            <a:extLst>
              <a:ext uri="{FF2B5EF4-FFF2-40B4-BE49-F238E27FC236}">
                <a16:creationId xmlns:a16="http://schemas.microsoft.com/office/drawing/2014/main" id="{10C20288-4F87-4752-AA94-49C66D5A71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E03D15-61AC-4A8A-97E2-7A2E5B62BB15}"/>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3265347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4AA80-F332-4160-BF7C-5D8DF2B8F3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32FDA88-E4B9-40B8-B188-E323F90EE3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1F6D12-C242-4777-94C4-AF173973FE46}"/>
              </a:ext>
            </a:extLst>
          </p:cNvPr>
          <p:cNvSpPr>
            <a:spLocks noGrp="1"/>
          </p:cNvSpPr>
          <p:nvPr>
            <p:ph type="dt" sz="half" idx="10"/>
          </p:nvPr>
        </p:nvSpPr>
        <p:spPr/>
        <p:txBody>
          <a:bodyPr/>
          <a:lstStyle/>
          <a:p>
            <a:fld id="{69843D93-4C90-4B93-A122-C742B4CB8EA4}" type="datetimeFigureOut">
              <a:rPr lang="en-GB" smtClean="0"/>
              <a:t>20/10/2020</a:t>
            </a:fld>
            <a:endParaRPr lang="en-GB"/>
          </a:p>
        </p:txBody>
      </p:sp>
      <p:sp>
        <p:nvSpPr>
          <p:cNvPr id="5" name="Footer Placeholder 4">
            <a:extLst>
              <a:ext uri="{FF2B5EF4-FFF2-40B4-BE49-F238E27FC236}">
                <a16:creationId xmlns:a16="http://schemas.microsoft.com/office/drawing/2014/main" id="{ACB0BF03-9FB8-46D3-8E7C-63F798CBCB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8EDBD2-CC87-4106-9394-9A54B690C4C4}"/>
              </a:ext>
            </a:extLst>
          </p:cNvPr>
          <p:cNvSpPr>
            <a:spLocks noGrp="1"/>
          </p:cNvSpPr>
          <p:nvPr>
            <p:ph type="sldNum" sz="quarter" idx="12"/>
          </p:nvPr>
        </p:nvSpPr>
        <p:spPr/>
        <p:txBody>
          <a:bodyPr/>
          <a:lstStyle/>
          <a:p>
            <a:fld id="{F96EFE4D-C59B-4AD7-8120-D5D2B239344A}" type="slidenum">
              <a:rPr lang="en-GB" smtClean="0"/>
              <a:t>‹#›</a:t>
            </a:fld>
            <a:endParaRPr lang="en-GB"/>
          </a:p>
        </p:txBody>
      </p:sp>
    </p:spTree>
    <p:extLst>
      <p:ext uri="{BB962C8B-B14F-4D97-AF65-F5344CB8AC3E}">
        <p14:creationId xmlns:p14="http://schemas.microsoft.com/office/powerpoint/2010/main" val="41098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07760-8C8E-43E0-A55E-E01B81CDDB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EA6E056-2B2C-446C-B289-C6E393DF9A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8E274F-4006-407C-9152-5A563F618C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843D93-4C90-4B93-A122-C742B4CB8EA4}" type="datetimeFigureOut">
              <a:rPr lang="en-GB" smtClean="0"/>
              <a:t>20/10/2020</a:t>
            </a:fld>
            <a:endParaRPr lang="en-GB"/>
          </a:p>
        </p:txBody>
      </p:sp>
      <p:sp>
        <p:nvSpPr>
          <p:cNvPr id="5" name="Footer Placeholder 4">
            <a:extLst>
              <a:ext uri="{FF2B5EF4-FFF2-40B4-BE49-F238E27FC236}">
                <a16:creationId xmlns:a16="http://schemas.microsoft.com/office/drawing/2014/main" id="{A71CBED0-CB88-409E-AF7D-F815891604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4BB34C0-D72C-437C-82CA-B17D613AD8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6EFE4D-C59B-4AD7-8120-D5D2B239344A}" type="slidenum">
              <a:rPr lang="en-GB" smtClean="0"/>
              <a:t>‹#›</a:t>
            </a:fld>
            <a:endParaRPr lang="en-GB"/>
          </a:p>
        </p:txBody>
      </p:sp>
    </p:spTree>
    <p:extLst>
      <p:ext uri="{BB962C8B-B14F-4D97-AF65-F5344CB8AC3E}">
        <p14:creationId xmlns:p14="http://schemas.microsoft.com/office/powerpoint/2010/main" val="269617964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orkshop.colips.org/news201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440361"/>
            <a:ext cx="10905066" cy="4393982"/>
          </a:xfrm>
        </p:spPr>
        <p:txBody>
          <a:bodyPr>
            <a:normAutofit/>
          </a:bodyPr>
          <a:lstStyle/>
          <a:p>
            <a:endParaRPr lang="en-GB" sz="2000" dirty="0"/>
          </a:p>
          <a:p>
            <a:endParaRPr lang="en-GB" sz="2000" dirty="0"/>
          </a:p>
          <a:p>
            <a:pPr marL="0" indent="0">
              <a:buNone/>
            </a:pPr>
            <a:endParaRPr lang="en-GB" sz="2000" dirty="0"/>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DD8586BC-D237-42CF-ACE9-D27AE622C2A6}"/>
              </a:ext>
            </a:extLst>
          </p:cNvPr>
          <p:cNvPicPr>
            <a:picLocks noChangeAspect="1"/>
          </p:cNvPicPr>
          <p:nvPr/>
        </p:nvPicPr>
        <p:blipFill>
          <a:blip r:embed="rId2"/>
          <a:stretch>
            <a:fillRect/>
          </a:stretch>
        </p:blipFill>
        <p:spPr>
          <a:xfrm>
            <a:off x="1413833" y="1062611"/>
            <a:ext cx="9144793" cy="1463167"/>
          </a:xfrm>
          <a:prstGeom prst="rect">
            <a:avLst/>
          </a:prstGeom>
        </p:spPr>
      </p:pic>
      <p:pic>
        <p:nvPicPr>
          <p:cNvPr id="8" name="Picture 7">
            <a:extLst>
              <a:ext uri="{FF2B5EF4-FFF2-40B4-BE49-F238E27FC236}">
                <a16:creationId xmlns:a16="http://schemas.microsoft.com/office/drawing/2014/main" id="{B05A7997-620E-4486-BF4E-389B07168E07}"/>
              </a:ext>
            </a:extLst>
          </p:cNvPr>
          <p:cNvPicPr>
            <a:picLocks noChangeAspect="1"/>
          </p:cNvPicPr>
          <p:nvPr/>
        </p:nvPicPr>
        <p:blipFill>
          <a:blip r:embed="rId3"/>
          <a:stretch>
            <a:fillRect/>
          </a:stretch>
        </p:blipFill>
        <p:spPr>
          <a:xfrm>
            <a:off x="1460769" y="2900103"/>
            <a:ext cx="4572396" cy="1713124"/>
          </a:xfrm>
          <a:prstGeom prst="rect">
            <a:avLst/>
          </a:prstGeom>
        </p:spPr>
      </p:pic>
      <p:pic>
        <p:nvPicPr>
          <p:cNvPr id="10" name="Picture 9">
            <a:extLst>
              <a:ext uri="{FF2B5EF4-FFF2-40B4-BE49-F238E27FC236}">
                <a16:creationId xmlns:a16="http://schemas.microsoft.com/office/drawing/2014/main" id="{33521F12-B73F-4A4E-9E94-EE9031404AAE}"/>
              </a:ext>
            </a:extLst>
          </p:cNvPr>
          <p:cNvPicPr>
            <a:picLocks noChangeAspect="1"/>
          </p:cNvPicPr>
          <p:nvPr/>
        </p:nvPicPr>
        <p:blipFill>
          <a:blip r:embed="rId4"/>
          <a:stretch>
            <a:fillRect/>
          </a:stretch>
        </p:blipFill>
        <p:spPr>
          <a:xfrm>
            <a:off x="6158834" y="2899053"/>
            <a:ext cx="4572396" cy="1713124"/>
          </a:xfrm>
          <a:prstGeom prst="rect">
            <a:avLst/>
          </a:prstGeom>
        </p:spPr>
      </p:pic>
      <p:pic>
        <p:nvPicPr>
          <p:cNvPr id="4" name="Picture 3" descr="A picture containing shape&#10;&#10;Description automatically generated">
            <a:extLst>
              <a:ext uri="{FF2B5EF4-FFF2-40B4-BE49-F238E27FC236}">
                <a16:creationId xmlns:a16="http://schemas.microsoft.com/office/drawing/2014/main" id="{C0CFF55C-177A-4F34-8763-E5C8ED4DE2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45350" y="5795389"/>
            <a:ext cx="2532893" cy="606553"/>
          </a:xfrm>
          <a:prstGeom prst="rect">
            <a:avLst/>
          </a:prstGeom>
        </p:spPr>
      </p:pic>
      <p:pic>
        <p:nvPicPr>
          <p:cNvPr id="7" name="Picture 6" descr="Logo, company name&#10;&#10;Description automatically generated">
            <a:extLst>
              <a:ext uri="{FF2B5EF4-FFF2-40B4-BE49-F238E27FC236}">
                <a16:creationId xmlns:a16="http://schemas.microsoft.com/office/drawing/2014/main" id="{C28A46D2-7490-4059-BC33-B5EA24F8AE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54524" y="4224382"/>
            <a:ext cx="2474705" cy="1486310"/>
          </a:xfrm>
          <a:prstGeom prst="rect">
            <a:avLst/>
          </a:prstGeom>
        </p:spPr>
      </p:pic>
      <p:pic>
        <p:nvPicPr>
          <p:cNvPr id="11" name="Picture 10" descr="A picture containing meter, clock&#10;&#10;Description automatically generated">
            <a:extLst>
              <a:ext uri="{FF2B5EF4-FFF2-40B4-BE49-F238E27FC236}">
                <a16:creationId xmlns:a16="http://schemas.microsoft.com/office/drawing/2014/main" id="{9D550A51-E71F-45E7-8DE9-F8D3F66D66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13759" y="5834343"/>
            <a:ext cx="2662547" cy="456289"/>
          </a:xfrm>
          <a:prstGeom prst="rect">
            <a:avLst/>
          </a:prstGeom>
        </p:spPr>
      </p:pic>
      <p:pic>
        <p:nvPicPr>
          <p:cNvPr id="12" name="Picture 11" descr="A picture containing graphical user interface&#10;&#10;Description automatically generated">
            <a:extLst>
              <a:ext uri="{FF2B5EF4-FFF2-40B4-BE49-F238E27FC236}">
                <a16:creationId xmlns:a16="http://schemas.microsoft.com/office/drawing/2014/main" id="{AEC354F3-987B-4FD6-9EF6-17479F6E45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42851" y="4610118"/>
            <a:ext cx="2133902" cy="726715"/>
          </a:xfrm>
          <a:prstGeom prst="rect">
            <a:avLst/>
          </a:prstGeom>
          <a:effectLst>
            <a:glow rad="127000">
              <a:srgbClr val="002147"/>
            </a:glow>
          </a:effectLst>
        </p:spPr>
      </p:pic>
      <p:sp>
        <p:nvSpPr>
          <p:cNvPr id="2" name="TextBox 1">
            <a:extLst>
              <a:ext uri="{FF2B5EF4-FFF2-40B4-BE49-F238E27FC236}">
                <a16:creationId xmlns:a16="http://schemas.microsoft.com/office/drawing/2014/main" id="{A076D033-2E0A-408A-942F-14147FA790A1}"/>
              </a:ext>
            </a:extLst>
          </p:cNvPr>
          <p:cNvSpPr txBox="1"/>
          <p:nvPr/>
        </p:nvSpPr>
        <p:spPr>
          <a:xfrm>
            <a:off x="5424017" y="2518249"/>
            <a:ext cx="1469633" cy="369332"/>
          </a:xfrm>
          <a:prstGeom prst="rect">
            <a:avLst/>
          </a:prstGeom>
          <a:noFill/>
        </p:spPr>
        <p:txBody>
          <a:bodyPr wrap="none" rtlCol="0">
            <a:spAutoFit/>
          </a:bodyPr>
          <a:lstStyle/>
          <a:p>
            <a:r>
              <a:rPr lang="en-US" dirty="0"/>
              <a:t>October 2020</a:t>
            </a:r>
            <a:endParaRPr lang="en-GB" dirty="0"/>
          </a:p>
        </p:txBody>
      </p:sp>
    </p:spTree>
    <p:extLst>
      <p:ext uri="{BB962C8B-B14F-4D97-AF65-F5344CB8AC3E}">
        <p14:creationId xmlns:p14="http://schemas.microsoft.com/office/powerpoint/2010/main" val="1596913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chemeClr val="accent1">
                    <a:lumMod val="75000"/>
                  </a:schemeClr>
                </a:solidFill>
              </a:rPr>
              <a:t>What is the Task?</a:t>
            </a:r>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357550"/>
            <a:ext cx="10905066" cy="5178716"/>
          </a:xfrm>
        </p:spPr>
        <p:txBody>
          <a:bodyPr>
            <a:normAutofit/>
          </a:bodyPr>
          <a:lstStyle/>
          <a:p>
            <a:r>
              <a:rPr lang="en-GB" sz="2400" dirty="0"/>
              <a:t>Transliteration: translation of named entities based on pronunciation.</a:t>
            </a:r>
          </a:p>
          <a:p>
            <a:endParaRPr lang="en-GB" sz="2000" dirty="0"/>
          </a:p>
          <a:p>
            <a:endParaRPr lang="en-GB" sz="2000" dirty="0"/>
          </a:p>
          <a:p>
            <a:endParaRPr lang="en-GB" sz="2000" dirty="0"/>
          </a:p>
          <a:p>
            <a:r>
              <a:rPr lang="en-GB" sz="2400" dirty="0"/>
              <a:t>General Motivations:</a:t>
            </a:r>
          </a:p>
          <a:p>
            <a:pPr lvl="1"/>
            <a:r>
              <a:rPr lang="en-GB" sz="2000" dirty="0"/>
              <a:t>Information Retrieval – Proper and Common nouns that carry important information are often transliterated </a:t>
            </a:r>
            <a:r>
              <a:rPr lang="en-GB" sz="1600" dirty="0"/>
              <a:t>(</a:t>
            </a:r>
            <a:r>
              <a:rPr lang="en-GB" sz="1600" dirty="0">
                <a:solidFill>
                  <a:srgbClr val="325A94"/>
                </a:solidFill>
              </a:rPr>
              <a:t>Saravanan et al., 2010</a:t>
            </a:r>
            <a:r>
              <a:rPr lang="en-GB" sz="1600" dirty="0"/>
              <a:t>).</a:t>
            </a:r>
            <a:endParaRPr lang="en-GB" sz="2000" dirty="0"/>
          </a:p>
          <a:p>
            <a:pPr lvl="1"/>
            <a:r>
              <a:rPr lang="en-GB" sz="2000" dirty="0"/>
              <a:t>Address Verification – Names of streets, cities, provinces, etc.</a:t>
            </a:r>
          </a:p>
          <a:p>
            <a:pPr lvl="1"/>
            <a:r>
              <a:rPr lang="en-GB" sz="2000" dirty="0"/>
              <a:t>Machine Translation – Cooperate with the Named Entity Recognition system </a:t>
            </a:r>
            <a:r>
              <a:rPr lang="en-GB" sz="1600" dirty="0"/>
              <a:t>(</a:t>
            </a:r>
            <a:r>
              <a:rPr lang="en-GB" sz="1600" dirty="0" err="1">
                <a:solidFill>
                  <a:srgbClr val="325A94"/>
                </a:solidFill>
              </a:rPr>
              <a:t>Marton</a:t>
            </a:r>
            <a:r>
              <a:rPr lang="en-GB" sz="1600" dirty="0">
                <a:solidFill>
                  <a:srgbClr val="325A94"/>
                </a:solidFill>
              </a:rPr>
              <a:t> and </a:t>
            </a:r>
            <a:r>
              <a:rPr lang="en-GB" sz="1600" dirty="0" err="1">
                <a:solidFill>
                  <a:srgbClr val="325A94"/>
                </a:solidFill>
              </a:rPr>
              <a:t>Zitouni</a:t>
            </a:r>
            <a:r>
              <a:rPr lang="en-GB" sz="1600" dirty="0">
                <a:solidFill>
                  <a:srgbClr val="325A94"/>
                </a:solidFill>
              </a:rPr>
              <a:t>, 2014</a:t>
            </a:r>
            <a:r>
              <a:rPr lang="en-GB" sz="1600" dirty="0"/>
              <a:t>)</a:t>
            </a:r>
            <a:r>
              <a:rPr lang="en-GB" sz="2000" dirty="0"/>
              <a:t>. </a:t>
            </a:r>
          </a:p>
          <a:p>
            <a:r>
              <a:rPr lang="en-GB" sz="2400" dirty="0"/>
              <a:t>Why study English-to-Chinese Transliteration?</a:t>
            </a:r>
          </a:p>
          <a:p>
            <a:pPr lvl="1"/>
            <a:r>
              <a:rPr lang="en-GB" sz="2000" dirty="0"/>
              <a:t>Challenging because: </a:t>
            </a:r>
          </a:p>
          <a:p>
            <a:pPr lvl="2"/>
            <a:r>
              <a:rPr lang="en-GB" dirty="0"/>
              <a:t>English is alphabetical, characters are not individually meaningful.</a:t>
            </a:r>
          </a:p>
          <a:p>
            <a:pPr lvl="2"/>
            <a:r>
              <a:rPr lang="en-GB" dirty="0"/>
              <a:t>Chinese is logographic – i.e. each character represents a whole word or phrase.</a:t>
            </a:r>
          </a:p>
          <a:p>
            <a:pPr lvl="2"/>
            <a:endParaRPr lang="en-GB" sz="1600" dirty="0"/>
          </a:p>
          <a:p>
            <a:pPr lvl="1"/>
            <a:endParaRPr lang="en-GB" sz="2000" dirty="0"/>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8" name="Table 52">
            <a:extLst>
              <a:ext uri="{FF2B5EF4-FFF2-40B4-BE49-F238E27FC236}">
                <a16:creationId xmlns:a16="http://schemas.microsoft.com/office/drawing/2014/main" id="{1354A80C-5E28-4A40-932B-6A8E52C46433}"/>
              </a:ext>
            </a:extLst>
          </p:cNvPr>
          <p:cNvGraphicFramePr>
            <a:graphicFrameLocks noGrp="1"/>
          </p:cNvGraphicFramePr>
          <p:nvPr>
            <p:extLst>
              <p:ext uri="{D42A27DB-BD31-4B8C-83A1-F6EECF244321}">
                <p14:modId xmlns:p14="http://schemas.microsoft.com/office/powerpoint/2010/main" val="1451146778"/>
              </p:ext>
            </p:extLst>
          </p:nvPr>
        </p:nvGraphicFramePr>
        <p:xfrm>
          <a:off x="2032000" y="1986363"/>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161538079"/>
                    </a:ext>
                  </a:extLst>
                </a:gridCol>
                <a:gridCol w="2032000">
                  <a:extLst>
                    <a:ext uri="{9D8B030D-6E8A-4147-A177-3AD203B41FA5}">
                      <a16:colId xmlns:a16="http://schemas.microsoft.com/office/drawing/2014/main" val="2214685682"/>
                    </a:ext>
                  </a:extLst>
                </a:gridCol>
                <a:gridCol w="2032000">
                  <a:extLst>
                    <a:ext uri="{9D8B030D-6E8A-4147-A177-3AD203B41FA5}">
                      <a16:colId xmlns:a16="http://schemas.microsoft.com/office/drawing/2014/main" val="1568828302"/>
                    </a:ext>
                  </a:extLst>
                </a:gridCol>
                <a:gridCol w="2032000">
                  <a:extLst>
                    <a:ext uri="{9D8B030D-6E8A-4147-A177-3AD203B41FA5}">
                      <a16:colId xmlns:a16="http://schemas.microsoft.com/office/drawing/2014/main" val="2054985471"/>
                    </a:ext>
                  </a:extLst>
                </a:gridCol>
              </a:tblGrid>
              <a:tr h="370840">
                <a:tc>
                  <a:txBody>
                    <a:bodyPr/>
                    <a:lstStyle/>
                    <a:p>
                      <a:r>
                        <a:rPr lang="en-GB" dirty="0"/>
                        <a:t>Source Name</a:t>
                      </a:r>
                    </a:p>
                  </a:txBody>
                  <a:tcPr/>
                </a:tc>
                <a:tc>
                  <a:txBody>
                    <a:bodyPr/>
                    <a:lstStyle/>
                    <a:p>
                      <a:r>
                        <a:rPr lang="en-GB" dirty="0"/>
                        <a:t>Target Name</a:t>
                      </a:r>
                    </a:p>
                  </a:txBody>
                  <a:tcPr/>
                </a:tc>
                <a:tc>
                  <a:txBody>
                    <a:bodyPr/>
                    <a:lstStyle/>
                    <a:p>
                      <a:r>
                        <a:rPr lang="en-GB" dirty="0"/>
                        <a:t>IPA</a:t>
                      </a:r>
                    </a:p>
                  </a:txBody>
                  <a:tcPr/>
                </a:tc>
                <a:tc>
                  <a:txBody>
                    <a:bodyPr/>
                    <a:lstStyle/>
                    <a:p>
                      <a:r>
                        <a:rPr lang="en-GB" dirty="0"/>
                        <a:t>Pinyin</a:t>
                      </a:r>
                    </a:p>
                  </a:txBody>
                  <a:tcPr/>
                </a:tc>
                <a:extLst>
                  <a:ext uri="{0D108BD9-81ED-4DB2-BD59-A6C34878D82A}">
                    <a16:rowId xmlns:a16="http://schemas.microsoft.com/office/drawing/2014/main" val="2806886579"/>
                  </a:ext>
                </a:extLst>
              </a:tr>
              <a:tr h="370840">
                <a:tc>
                  <a:txBody>
                    <a:bodyPr/>
                    <a:lstStyle/>
                    <a:p>
                      <a:r>
                        <a:rPr lang="en-GB" dirty="0"/>
                        <a:t>Amy</a:t>
                      </a:r>
                    </a:p>
                  </a:txBody>
                  <a:tcPr/>
                </a:tc>
                <a:tc>
                  <a:txBody>
                    <a:bodyPr/>
                    <a:lstStyle/>
                    <a:p>
                      <a:r>
                        <a:rPr lang="zh-CN" altLang="en-US" dirty="0"/>
                        <a:t>艾米</a:t>
                      </a:r>
                      <a:endParaRPr lang="en-GB" dirty="0"/>
                    </a:p>
                  </a:txBody>
                  <a:tcPr/>
                </a:tc>
                <a:tc>
                  <a:txBody>
                    <a:bodyPr/>
                    <a:lstStyle/>
                    <a:p>
                      <a:r>
                        <a:rPr lang="en-GB" sz="1800" b="0" i="0" kern="1200" dirty="0">
                          <a:solidFill>
                            <a:schemeClr val="dk1"/>
                          </a:solidFill>
                          <a:effectLst/>
                          <a:latin typeface="+mn-lt"/>
                          <a:ea typeface="+mn-ea"/>
                          <a:cs typeface="+mn-cs"/>
                        </a:rPr>
                        <a:t>/ˈ</a:t>
                      </a:r>
                      <a:r>
                        <a:rPr lang="en-GB" sz="1800" b="0" i="0" kern="1200" dirty="0" err="1">
                          <a:solidFill>
                            <a:schemeClr val="dk1"/>
                          </a:solidFill>
                          <a:effectLst/>
                          <a:latin typeface="+mn-lt"/>
                          <a:ea typeface="+mn-ea"/>
                          <a:cs typeface="+mn-cs"/>
                        </a:rPr>
                        <a:t>eɪ.mi</a:t>
                      </a:r>
                      <a:r>
                        <a:rPr lang="en-GB" sz="1800" b="0" i="0" kern="1200" dirty="0">
                          <a:solidFill>
                            <a:schemeClr val="dk1"/>
                          </a:solidFill>
                          <a:effectLst/>
                          <a:latin typeface="+mn-lt"/>
                          <a:ea typeface="+mn-ea"/>
                          <a:cs typeface="+mn-cs"/>
                        </a:rPr>
                        <a:t>/</a:t>
                      </a:r>
                      <a:endParaRPr lang="en-GB" dirty="0"/>
                    </a:p>
                  </a:txBody>
                  <a:tcPr/>
                </a:tc>
                <a:tc>
                  <a:txBody>
                    <a:bodyPr/>
                    <a:lstStyle/>
                    <a:p>
                      <a:r>
                        <a:rPr lang="en-GB" sz="1800" b="0" i="0" u="none" strike="noStrike" kern="1200" dirty="0" err="1">
                          <a:solidFill>
                            <a:schemeClr val="dk1"/>
                          </a:solidFill>
                          <a:effectLst/>
                          <a:latin typeface="+mn-lt"/>
                          <a:ea typeface="+mn-ea"/>
                          <a:cs typeface="+mn-cs"/>
                        </a:rPr>
                        <a:t>ài</a:t>
                      </a:r>
                      <a:r>
                        <a:rPr lang="en-GB" sz="1800" b="0" i="0" kern="1200" dirty="0">
                          <a:solidFill>
                            <a:schemeClr val="dk1"/>
                          </a:solidFill>
                          <a:effectLst/>
                          <a:latin typeface="+mn-lt"/>
                          <a:ea typeface="+mn-ea"/>
                          <a:cs typeface="+mn-cs"/>
                        </a:rPr>
                        <a:t> </a:t>
                      </a:r>
                      <a:r>
                        <a:rPr lang="en-GB" sz="1800" b="0" i="0" kern="1200" dirty="0" err="1">
                          <a:solidFill>
                            <a:schemeClr val="dk1"/>
                          </a:solidFill>
                          <a:effectLst/>
                          <a:latin typeface="+mn-lt"/>
                          <a:ea typeface="+mn-ea"/>
                          <a:cs typeface="+mn-cs"/>
                        </a:rPr>
                        <a:t>mǐ</a:t>
                      </a:r>
                      <a:endParaRPr lang="en-GB" dirty="0"/>
                    </a:p>
                  </a:txBody>
                  <a:tcPr/>
                </a:tc>
                <a:extLst>
                  <a:ext uri="{0D108BD9-81ED-4DB2-BD59-A6C34878D82A}">
                    <a16:rowId xmlns:a16="http://schemas.microsoft.com/office/drawing/2014/main" val="1139703356"/>
                  </a:ext>
                </a:extLst>
              </a:tr>
            </a:tbl>
          </a:graphicData>
        </a:graphic>
      </p:graphicFrame>
    </p:spTree>
    <p:extLst>
      <p:ext uri="{BB962C8B-B14F-4D97-AF65-F5344CB8AC3E}">
        <p14:creationId xmlns:p14="http://schemas.microsoft.com/office/powerpoint/2010/main" val="2619330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chemeClr val="accent1">
                    <a:lumMod val="75000"/>
                  </a:schemeClr>
                </a:solidFill>
              </a:rPr>
              <a:t>Our Contributions</a:t>
            </a:r>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440361"/>
            <a:ext cx="10905066" cy="4393982"/>
          </a:xfrm>
        </p:spPr>
        <p:txBody>
          <a:bodyPr>
            <a:normAutofit fontScale="92500"/>
          </a:bodyPr>
          <a:lstStyle/>
          <a:p>
            <a:r>
              <a:rPr lang="en-GB" sz="2400" dirty="0"/>
              <a:t>A new English-to-Chinese named entities dataset (“DICT”) particular to names of people, based on the dictionary:</a:t>
            </a:r>
          </a:p>
          <a:p>
            <a:pPr marL="457200" lvl="1" indent="0">
              <a:buNone/>
            </a:pPr>
            <a:r>
              <a:rPr lang="en-GB" sz="2000" dirty="0"/>
              <a:t> </a:t>
            </a:r>
            <a:r>
              <a:rPr lang="en-GB" sz="2000" i="1" dirty="0">
                <a:solidFill>
                  <a:schemeClr val="accent1"/>
                </a:solidFill>
              </a:rPr>
              <a:t>A Comprehensive Dictionary of Names in Roman-Chinese </a:t>
            </a:r>
            <a:r>
              <a:rPr lang="en-GB" sz="2000" i="1" dirty="0">
                <a:solidFill>
                  <a:schemeClr val="accent1">
                    <a:lumMod val="75000"/>
                  </a:schemeClr>
                </a:solidFill>
              </a:rPr>
              <a:t>(Xinhua News Agency, 2007</a:t>
            </a:r>
            <a:r>
              <a:rPr lang="en-GB" sz="2000" dirty="0"/>
              <a:t>)</a:t>
            </a:r>
          </a:p>
          <a:p>
            <a:pPr marL="457200" lvl="1" indent="0">
              <a:buNone/>
            </a:pPr>
            <a:r>
              <a:rPr lang="en-GB" sz="2000" dirty="0">
                <a:solidFill>
                  <a:schemeClr val="accent6">
                    <a:lumMod val="60000"/>
                    <a:lumOff val="40000"/>
                  </a:schemeClr>
                </a:solidFill>
              </a:rPr>
              <a:t> Our </a:t>
            </a:r>
            <a:r>
              <a:rPr lang="en-US" sz="2000" dirty="0">
                <a:solidFill>
                  <a:schemeClr val="accent6">
                    <a:lumMod val="60000"/>
                    <a:lumOff val="40000"/>
                  </a:schemeClr>
                </a:solidFill>
              </a:rPr>
              <a:t>data</a:t>
            </a:r>
            <a:r>
              <a:rPr lang="en-GB" sz="2000" dirty="0">
                <a:solidFill>
                  <a:schemeClr val="accent6">
                    <a:lumMod val="60000"/>
                    <a:lumOff val="40000"/>
                  </a:schemeClr>
                </a:solidFill>
              </a:rPr>
              <a:t> is available at: https://github.com/Lawhy/Multi-task-NMTransliteration/mnmt/datasets</a:t>
            </a:r>
            <a:endParaRPr lang="en-GB" sz="2000" dirty="0"/>
          </a:p>
          <a:p>
            <a:endParaRPr lang="en-GB" sz="2400" dirty="0"/>
          </a:p>
          <a:p>
            <a:r>
              <a:rPr lang="en-GB" sz="2400" dirty="0"/>
              <a:t>Substitution-based metric called Accuracy with Alternating Character Table (ACC-ACT):</a:t>
            </a:r>
          </a:p>
          <a:p>
            <a:pPr lvl="1"/>
            <a:r>
              <a:rPr lang="en-GB" sz="2000" dirty="0"/>
              <a:t>It gives a better estimation of the system’s quality than the traditional word accuracy (ACC). </a:t>
            </a:r>
          </a:p>
          <a:p>
            <a:endParaRPr lang="en-GB" sz="2400" dirty="0"/>
          </a:p>
          <a:p>
            <a:r>
              <a:rPr lang="en-GB" sz="2400" dirty="0"/>
              <a:t>Multi-task learning transliteration model with a phonetic auxiliary task:</a:t>
            </a:r>
          </a:p>
          <a:p>
            <a:pPr lvl="1"/>
            <a:r>
              <a:rPr lang="en-GB" sz="2000" dirty="0"/>
              <a:t>It attains better scores than single-main-task or single-auxiliary task models. </a:t>
            </a:r>
          </a:p>
          <a:p>
            <a:pPr lvl="1"/>
            <a:r>
              <a:rPr lang="en-GB" sz="2000" dirty="0"/>
              <a:t>It achieves similar performance as the previous state of the art with a model of a much smaller size (22M parameters vs. 133M parameters).</a:t>
            </a: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60609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rgbClr val="325A94"/>
                </a:solidFill>
              </a:rPr>
              <a:t>Related Work</a:t>
            </a:r>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440361"/>
            <a:ext cx="10905066" cy="4393982"/>
          </a:xfrm>
        </p:spPr>
        <p:txBody>
          <a:bodyPr>
            <a:normAutofit/>
          </a:bodyPr>
          <a:lstStyle/>
          <a:p>
            <a:r>
              <a:rPr lang="en-GB" sz="2400" dirty="0"/>
              <a:t>Sound representation as an intermediate: </a:t>
            </a:r>
          </a:p>
          <a:p>
            <a:pPr lvl="1"/>
            <a:r>
              <a:rPr lang="en-GB" sz="2000" dirty="0">
                <a:solidFill>
                  <a:srgbClr val="325A94"/>
                </a:solidFill>
              </a:rPr>
              <a:t>Knight and </a:t>
            </a:r>
            <a:r>
              <a:rPr lang="en-GB" sz="2000" dirty="0" err="1">
                <a:solidFill>
                  <a:srgbClr val="325A94"/>
                </a:solidFill>
              </a:rPr>
              <a:t>Graehl</a:t>
            </a:r>
            <a:r>
              <a:rPr lang="en-GB" sz="2000" dirty="0">
                <a:solidFill>
                  <a:srgbClr val="325A94"/>
                </a:solidFill>
              </a:rPr>
              <a:t>, 1997</a:t>
            </a:r>
          </a:p>
          <a:p>
            <a:r>
              <a:rPr lang="en-GB" sz="2400" dirty="0"/>
              <a:t>Exploiting both graphemes and phonemes:</a:t>
            </a:r>
          </a:p>
          <a:p>
            <a:pPr lvl="1"/>
            <a:r>
              <a:rPr lang="en-GB" sz="2000" dirty="0">
                <a:solidFill>
                  <a:srgbClr val="325A94"/>
                </a:solidFill>
              </a:rPr>
              <a:t>Oh et al., 2006 (</a:t>
            </a:r>
            <a:r>
              <a:rPr lang="en-GB" sz="2000" dirty="0">
                <a:solidFill>
                  <a:schemeClr val="accent1"/>
                </a:solidFill>
              </a:rPr>
              <a:t>Correspondence-based</a:t>
            </a:r>
            <a:r>
              <a:rPr lang="en-GB" sz="2000" dirty="0">
                <a:solidFill>
                  <a:srgbClr val="325A94"/>
                </a:solidFill>
              </a:rPr>
              <a:t>)</a:t>
            </a:r>
          </a:p>
          <a:p>
            <a:pPr lvl="1"/>
            <a:r>
              <a:rPr lang="en-GB" sz="2000" dirty="0">
                <a:solidFill>
                  <a:srgbClr val="325A94"/>
                </a:solidFill>
              </a:rPr>
              <a:t>Le and Sadat, 2018 (</a:t>
            </a:r>
            <a:r>
              <a:rPr lang="en-GB" sz="2000" dirty="0">
                <a:solidFill>
                  <a:schemeClr val="accent1"/>
                </a:solidFill>
              </a:rPr>
              <a:t>G2P</a:t>
            </a:r>
            <a:r>
              <a:rPr lang="en-GB" sz="2000" dirty="0">
                <a:solidFill>
                  <a:srgbClr val="325A94"/>
                </a:solidFill>
              </a:rPr>
              <a:t>)</a:t>
            </a:r>
            <a:endParaRPr lang="en-GB" sz="2000" dirty="0"/>
          </a:p>
          <a:p>
            <a:r>
              <a:rPr lang="en-GB" sz="2400" dirty="0"/>
              <a:t>Incorporating phonetic information:</a:t>
            </a:r>
          </a:p>
          <a:p>
            <a:pPr lvl="1"/>
            <a:r>
              <a:rPr lang="en-GB" sz="2000" dirty="0">
                <a:solidFill>
                  <a:srgbClr val="325A94"/>
                </a:solidFill>
              </a:rPr>
              <a:t>Jiang et al., 2009 (</a:t>
            </a:r>
            <a:r>
              <a:rPr lang="en-GB" sz="2000" dirty="0">
                <a:solidFill>
                  <a:schemeClr val="accent1"/>
                </a:solidFill>
              </a:rPr>
              <a:t>Pinyin</a:t>
            </a:r>
            <a:r>
              <a:rPr lang="en-GB" sz="2000" dirty="0">
                <a:solidFill>
                  <a:srgbClr val="325A94"/>
                </a:solidFill>
              </a:rPr>
              <a:t>)</a:t>
            </a:r>
          </a:p>
          <a:p>
            <a:pPr lvl="1"/>
            <a:r>
              <a:rPr lang="en-GB" sz="2000" dirty="0">
                <a:solidFill>
                  <a:srgbClr val="325A94"/>
                </a:solidFill>
              </a:rPr>
              <a:t>Salam et al., 2011 (</a:t>
            </a:r>
            <a:r>
              <a:rPr lang="en-GB" sz="2000" dirty="0">
                <a:solidFill>
                  <a:schemeClr val="accent1"/>
                </a:solidFill>
              </a:rPr>
              <a:t>IPA</a:t>
            </a:r>
            <a:r>
              <a:rPr lang="en-GB" sz="2000" dirty="0">
                <a:solidFill>
                  <a:srgbClr val="325A94"/>
                </a:solidFill>
              </a:rPr>
              <a:t>)</a:t>
            </a:r>
            <a:endParaRPr lang="en-GB" sz="2000" dirty="0"/>
          </a:p>
          <a:p>
            <a:r>
              <a:rPr lang="en-GB" sz="2400" dirty="0"/>
              <a:t>Using Multi-task Learning on models through joint learning of various NLP tasks:</a:t>
            </a:r>
          </a:p>
          <a:p>
            <a:pPr lvl="1"/>
            <a:r>
              <a:rPr lang="en-GB" sz="2000" dirty="0">
                <a:solidFill>
                  <a:srgbClr val="325A94"/>
                </a:solidFill>
              </a:rPr>
              <a:t>Luong et al., 2016</a:t>
            </a:r>
          </a:p>
          <a:p>
            <a:pPr lvl="1"/>
            <a:r>
              <a:rPr lang="en-GB" sz="2000" dirty="0">
                <a:solidFill>
                  <a:srgbClr val="325A94"/>
                </a:solidFill>
              </a:rPr>
              <a:t>Dong et al., 2015</a:t>
            </a:r>
          </a:p>
        </p:txBody>
      </p:sp>
    </p:spTree>
    <p:extLst>
      <p:ext uri="{BB962C8B-B14F-4D97-AF65-F5344CB8AC3E}">
        <p14:creationId xmlns:p14="http://schemas.microsoft.com/office/powerpoint/2010/main" val="418824946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rgbClr val="325A94"/>
                </a:solidFill>
              </a:rPr>
              <a:t>Core Idea: Incorporating Sound Information </a:t>
            </a:r>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440361"/>
            <a:ext cx="10905066" cy="4393982"/>
          </a:xfrm>
        </p:spPr>
        <p:txBody>
          <a:bodyPr>
            <a:normAutofit/>
          </a:bodyPr>
          <a:lstStyle/>
          <a:p>
            <a:r>
              <a:rPr lang="en-GB" sz="2400" dirty="0"/>
              <a:t>Why using sound information?</a:t>
            </a:r>
          </a:p>
          <a:p>
            <a:pPr marL="0" indent="0">
              <a:buNone/>
            </a:pPr>
            <a:r>
              <a:rPr lang="en-GB" sz="2000" dirty="0">
                <a:solidFill>
                  <a:srgbClr val="0070C0"/>
                </a:solidFill>
              </a:rPr>
              <a:t>        Answer: </a:t>
            </a:r>
            <a:r>
              <a:rPr lang="en-GB" sz="2000" dirty="0"/>
              <a:t>Most of the transliterations are based on the pronunciation instead of meaning.</a:t>
            </a:r>
          </a:p>
          <a:p>
            <a:endParaRPr lang="en-GB" sz="2400" dirty="0"/>
          </a:p>
          <a:p>
            <a:r>
              <a:rPr lang="en-GB" sz="2400" dirty="0"/>
              <a:t>How to include it in the model design?</a:t>
            </a:r>
          </a:p>
          <a:p>
            <a:pPr marL="457200" lvl="1" indent="0">
              <a:buNone/>
            </a:pPr>
            <a:r>
              <a:rPr lang="en-GB" sz="2000" dirty="0">
                <a:solidFill>
                  <a:srgbClr val="0070C0"/>
                </a:solidFill>
              </a:rPr>
              <a:t>Answer:  </a:t>
            </a:r>
            <a:r>
              <a:rPr lang="en-GB" sz="2000" dirty="0"/>
              <a:t>We tried multi-task learning because in theory, training closely related tasks can improve the performance on both. We define the En2Ch transliteration as the main task and En2Pinyin as the auxiliary one (see an example below).</a:t>
            </a: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138A9555-14F0-4436-9E48-FFD5E1BF6F9B}"/>
              </a:ext>
            </a:extLst>
          </p:cNvPr>
          <p:cNvSpPr txBox="1"/>
          <p:nvPr/>
        </p:nvSpPr>
        <p:spPr>
          <a:xfrm>
            <a:off x="3944286" y="5176674"/>
            <a:ext cx="1364476" cy="369332"/>
          </a:xfrm>
          <a:prstGeom prst="rect">
            <a:avLst/>
          </a:prstGeom>
          <a:noFill/>
        </p:spPr>
        <p:txBody>
          <a:bodyPr wrap="none" rtlCol="0">
            <a:spAutoFit/>
          </a:bodyPr>
          <a:lstStyle/>
          <a:p>
            <a:r>
              <a:rPr lang="en-GB" dirty="0"/>
              <a:t>[h o w a r d] </a:t>
            </a:r>
          </a:p>
        </p:txBody>
      </p:sp>
      <p:sp>
        <p:nvSpPr>
          <p:cNvPr id="5" name="TextBox 4">
            <a:extLst>
              <a:ext uri="{FF2B5EF4-FFF2-40B4-BE49-F238E27FC236}">
                <a16:creationId xmlns:a16="http://schemas.microsoft.com/office/drawing/2014/main" id="{DEEE0C75-0813-42AB-8CE7-58B9464542B5}"/>
              </a:ext>
            </a:extLst>
          </p:cNvPr>
          <p:cNvSpPr txBox="1"/>
          <p:nvPr/>
        </p:nvSpPr>
        <p:spPr>
          <a:xfrm>
            <a:off x="6478318" y="4729926"/>
            <a:ext cx="1124026" cy="369332"/>
          </a:xfrm>
          <a:prstGeom prst="rect">
            <a:avLst/>
          </a:prstGeom>
          <a:noFill/>
        </p:spPr>
        <p:txBody>
          <a:bodyPr wrap="none" rtlCol="0">
            <a:spAutoFit/>
          </a:bodyPr>
          <a:lstStyle/>
          <a:p>
            <a:r>
              <a:rPr lang="en-GB" altLang="zh-CN" dirty="0"/>
              <a:t>[</a:t>
            </a:r>
            <a:r>
              <a:rPr lang="zh-CN" altLang="en-US" dirty="0"/>
              <a:t>霍 华 德</a:t>
            </a:r>
            <a:r>
              <a:rPr lang="en-GB" altLang="zh-CN" dirty="0"/>
              <a:t>]</a:t>
            </a:r>
            <a:endParaRPr lang="en-GB" dirty="0"/>
          </a:p>
        </p:txBody>
      </p:sp>
      <p:sp>
        <p:nvSpPr>
          <p:cNvPr id="6" name="TextBox 5">
            <a:extLst>
              <a:ext uri="{FF2B5EF4-FFF2-40B4-BE49-F238E27FC236}">
                <a16:creationId xmlns:a16="http://schemas.microsoft.com/office/drawing/2014/main" id="{B4258182-8157-49B1-A2A2-F804C7F010FC}"/>
              </a:ext>
            </a:extLst>
          </p:cNvPr>
          <p:cNvSpPr txBox="1"/>
          <p:nvPr/>
        </p:nvSpPr>
        <p:spPr>
          <a:xfrm>
            <a:off x="6508774" y="5667421"/>
            <a:ext cx="1388522" cy="369332"/>
          </a:xfrm>
          <a:prstGeom prst="rect">
            <a:avLst/>
          </a:prstGeom>
          <a:noFill/>
        </p:spPr>
        <p:txBody>
          <a:bodyPr wrap="none" rtlCol="0">
            <a:spAutoFit/>
          </a:bodyPr>
          <a:lstStyle/>
          <a:p>
            <a:r>
              <a:rPr lang="en-GB" altLang="zh-CN" dirty="0"/>
              <a:t>[</a:t>
            </a:r>
            <a:r>
              <a:rPr lang="en-GB" altLang="zh-CN" dirty="0" err="1"/>
              <a:t>huo</a:t>
            </a:r>
            <a:r>
              <a:rPr lang="en-GB" altLang="zh-CN" dirty="0"/>
              <a:t> </a:t>
            </a:r>
            <a:r>
              <a:rPr lang="en-GB" altLang="zh-CN" dirty="0" err="1"/>
              <a:t>hua</a:t>
            </a:r>
            <a:r>
              <a:rPr lang="en-GB" altLang="zh-CN" dirty="0"/>
              <a:t> de]</a:t>
            </a:r>
            <a:endParaRPr lang="en-GB" dirty="0"/>
          </a:p>
        </p:txBody>
      </p:sp>
      <p:cxnSp>
        <p:nvCxnSpPr>
          <p:cNvPr id="8" name="Connector: Elbow 7">
            <a:extLst>
              <a:ext uri="{FF2B5EF4-FFF2-40B4-BE49-F238E27FC236}">
                <a16:creationId xmlns:a16="http://schemas.microsoft.com/office/drawing/2014/main" id="{5305E5C1-3551-44B9-BAC5-FA76B808431D}"/>
              </a:ext>
            </a:extLst>
          </p:cNvPr>
          <p:cNvCxnSpPr>
            <a:stCxn id="4" idx="0"/>
            <a:endCxn id="5" idx="1"/>
          </p:cNvCxnSpPr>
          <p:nvPr/>
        </p:nvCxnSpPr>
        <p:spPr>
          <a:xfrm rot="5400000" flipH="1" flipV="1">
            <a:off x="5421380" y="4119736"/>
            <a:ext cx="262082" cy="1851794"/>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1" name="Connector: Elbow 10">
            <a:extLst>
              <a:ext uri="{FF2B5EF4-FFF2-40B4-BE49-F238E27FC236}">
                <a16:creationId xmlns:a16="http://schemas.microsoft.com/office/drawing/2014/main" id="{98549548-B14B-43AF-B413-6E6B01E5B0EB}"/>
              </a:ext>
            </a:extLst>
          </p:cNvPr>
          <p:cNvCxnSpPr>
            <a:stCxn id="4" idx="2"/>
            <a:endCxn id="6" idx="1"/>
          </p:cNvCxnSpPr>
          <p:nvPr/>
        </p:nvCxnSpPr>
        <p:spPr>
          <a:xfrm rot="16200000" flipH="1">
            <a:off x="5414609" y="4757921"/>
            <a:ext cx="306081" cy="1882250"/>
          </a:xfrm>
          <a:prstGeom prst="bentConnector2">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TextBox 13">
            <a:extLst>
              <a:ext uri="{FF2B5EF4-FFF2-40B4-BE49-F238E27FC236}">
                <a16:creationId xmlns:a16="http://schemas.microsoft.com/office/drawing/2014/main" id="{1553E3E7-C5CF-4542-9776-BA17A0E61F2A}"/>
              </a:ext>
            </a:extLst>
          </p:cNvPr>
          <p:cNvSpPr txBox="1"/>
          <p:nvPr/>
        </p:nvSpPr>
        <p:spPr>
          <a:xfrm>
            <a:off x="5434244" y="4601497"/>
            <a:ext cx="550151" cy="307777"/>
          </a:xfrm>
          <a:prstGeom prst="rect">
            <a:avLst/>
          </a:prstGeom>
          <a:noFill/>
        </p:spPr>
        <p:txBody>
          <a:bodyPr wrap="none" rtlCol="0">
            <a:spAutoFit/>
          </a:bodyPr>
          <a:lstStyle/>
          <a:p>
            <a:r>
              <a:rPr lang="en-GB" sz="1400" dirty="0"/>
              <a:t>main</a:t>
            </a:r>
          </a:p>
        </p:txBody>
      </p:sp>
      <p:sp>
        <p:nvSpPr>
          <p:cNvPr id="15" name="TextBox 14">
            <a:extLst>
              <a:ext uri="{FF2B5EF4-FFF2-40B4-BE49-F238E27FC236}">
                <a16:creationId xmlns:a16="http://schemas.microsoft.com/office/drawing/2014/main" id="{3261CFB0-1EEA-480F-AD7B-19C302CA7FEF}"/>
              </a:ext>
            </a:extLst>
          </p:cNvPr>
          <p:cNvSpPr txBox="1"/>
          <p:nvPr/>
        </p:nvSpPr>
        <p:spPr>
          <a:xfrm>
            <a:off x="5308762" y="5902249"/>
            <a:ext cx="801117" cy="307777"/>
          </a:xfrm>
          <a:prstGeom prst="rect">
            <a:avLst/>
          </a:prstGeom>
          <a:noFill/>
        </p:spPr>
        <p:txBody>
          <a:bodyPr wrap="none" rtlCol="0">
            <a:spAutoFit/>
          </a:bodyPr>
          <a:lstStyle/>
          <a:p>
            <a:r>
              <a:rPr lang="en-GB" sz="1400" dirty="0"/>
              <a:t>auxiliary</a:t>
            </a:r>
          </a:p>
        </p:txBody>
      </p:sp>
    </p:spTree>
    <p:extLst>
      <p:ext uri="{BB962C8B-B14F-4D97-AF65-F5344CB8AC3E}">
        <p14:creationId xmlns:p14="http://schemas.microsoft.com/office/powerpoint/2010/main" val="100760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chemeClr val="accent1">
                    <a:lumMod val="75000"/>
                  </a:schemeClr>
                </a:solidFill>
              </a:rPr>
              <a:t>Our Model</a:t>
            </a: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FD4057-FB99-47B3-8AE6-5B7CD6A36659}"/>
                  </a:ext>
                </a:extLst>
              </p:cNvPr>
              <p:cNvSpPr txBox="1"/>
              <p:nvPr/>
            </p:nvSpPr>
            <p:spPr>
              <a:xfrm>
                <a:off x="1306519" y="2080867"/>
                <a:ext cx="3876472" cy="2862322"/>
              </a:xfrm>
              <a:prstGeom prst="rect">
                <a:avLst/>
              </a:prstGeom>
              <a:noFill/>
            </p:spPr>
            <p:txBody>
              <a:bodyPr wrap="square" rtlCol="0">
                <a:spAutoFit/>
              </a:bodyPr>
              <a:lstStyle/>
              <a:p>
                <a:pPr marL="285750" indent="-285750">
                  <a:buFont typeface="Arial" panose="020B0604020202020204" pitchFamily="34" charset="0"/>
                  <a:buChar char="•"/>
                </a:pPr>
                <a:r>
                  <a:rPr lang="en-GB" sz="2000" dirty="0"/>
                  <a:t>Shared encoder and dual decoders</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Customized loss function controlled by lambda:</a:t>
                </a:r>
              </a:p>
              <a:p>
                <a:pPr marL="285750" indent="-285750">
                  <a:buFont typeface="Arial" panose="020B0604020202020204" pitchFamily="34" charset="0"/>
                  <a:buChar char="•"/>
                </a:pPr>
                <a:endParaRPr lang="en-GB" sz="2000" dirty="0"/>
              </a:p>
              <a:p>
                <a:pPr/>
                <a14:m>
                  <m:oMathPara xmlns:m="http://schemas.openxmlformats.org/officeDocument/2006/math">
                    <m:oMathParaPr>
                      <m:jc m:val="centerGroup"/>
                    </m:oMathParaPr>
                    <m:oMath xmlns:m="http://schemas.openxmlformats.org/officeDocument/2006/math">
                      <m:r>
                        <m:rPr>
                          <m:nor/>
                        </m:rPr>
                        <a:rPr lang="en-GB" sz="2000" dirty="0">
                          <a:latin typeface="Cambria Math" panose="02040503050406030204" pitchFamily="18" charset="0"/>
                        </a:rPr>
                        <m:t>L</m:t>
                      </m:r>
                      <m:r>
                        <m:rPr>
                          <m:nor/>
                        </m:rPr>
                        <a:rPr lang="en-GB" sz="2000" b="0" i="0" baseline="-25000" dirty="0" smtClean="0"/>
                        <m:t>mtl</m:t>
                      </m:r>
                      <m:r>
                        <m:rPr>
                          <m:nor/>
                        </m:rPr>
                        <a:rPr lang="en-GB" sz="2000" dirty="0" smtClean="0"/>
                        <m:t> = </m:t>
                      </m:r>
                      <m:r>
                        <m:rPr>
                          <m:nor/>
                        </m:rPr>
                        <a:rPr lang="el-GR" sz="2000" dirty="0" smtClean="0"/>
                        <m:t>λ</m:t>
                      </m:r>
                      <m:r>
                        <m:rPr>
                          <m:nor/>
                        </m:rPr>
                        <a:rPr lang="el-GR" sz="2000" dirty="0" smtClean="0"/>
                        <m:t> · </m:t>
                      </m:r>
                      <m:r>
                        <m:rPr>
                          <m:nor/>
                        </m:rPr>
                        <a:rPr lang="en-US" sz="2000" b="0" i="0" dirty="0" smtClean="0"/>
                        <m:t>L</m:t>
                      </m:r>
                      <m:r>
                        <m:rPr>
                          <m:nor/>
                        </m:rPr>
                        <a:rPr lang="en-GB" sz="2000" b="0" i="0" baseline="-25000" dirty="0" smtClean="0"/>
                        <m:t>main</m:t>
                      </m:r>
                      <m:r>
                        <m:rPr>
                          <m:nor/>
                        </m:rPr>
                        <a:rPr lang="en-GB" sz="2000" dirty="0" smtClean="0"/>
                        <m:t> + (1 − </m:t>
                      </m:r>
                      <m:r>
                        <m:rPr>
                          <m:nor/>
                        </m:rPr>
                        <a:rPr lang="el-GR" sz="2000" dirty="0" smtClean="0"/>
                        <m:t>λ</m:t>
                      </m:r>
                      <m:r>
                        <m:rPr>
                          <m:nor/>
                        </m:rPr>
                        <a:rPr lang="el-GR" sz="2000" dirty="0" smtClean="0"/>
                        <m:t>) · </m:t>
                      </m:r>
                      <m:r>
                        <m:rPr>
                          <m:nor/>
                        </m:rPr>
                        <a:rPr lang="en-US" sz="2000" b="0" i="0" dirty="0" smtClean="0"/>
                        <m:t>L</m:t>
                      </m:r>
                      <m:r>
                        <m:rPr>
                          <m:nor/>
                        </m:rPr>
                        <a:rPr lang="en-GB" sz="2000" b="0" i="0" baseline="-25000" dirty="0" smtClean="0"/>
                        <m:t>aux</m:t>
                      </m:r>
                    </m:oMath>
                  </m:oMathPara>
                </a14:m>
                <a:endParaRPr lang="en-GB" sz="2000" dirty="0"/>
              </a:p>
              <a:p>
                <a:endParaRPr lang="en-GB" sz="2000" dirty="0"/>
              </a:p>
            </p:txBody>
          </p:sp>
        </mc:Choice>
        <mc:Fallback xmlns="">
          <p:sp>
            <p:nvSpPr>
              <p:cNvPr id="6" name="TextBox 5">
                <a:extLst>
                  <a:ext uri="{FF2B5EF4-FFF2-40B4-BE49-F238E27FC236}">
                    <a16:creationId xmlns:a16="http://schemas.microsoft.com/office/drawing/2014/main" id="{97FD4057-FB99-47B3-8AE6-5B7CD6A36659}"/>
                  </a:ext>
                </a:extLst>
              </p:cNvPr>
              <p:cNvSpPr txBox="1">
                <a:spLocks noRot="1" noChangeAspect="1" noMove="1" noResize="1" noEditPoints="1" noAdjustHandles="1" noChangeArrowheads="1" noChangeShapeType="1" noTextEdit="1"/>
              </p:cNvSpPr>
              <p:nvPr/>
            </p:nvSpPr>
            <p:spPr>
              <a:xfrm>
                <a:off x="1306519" y="2080867"/>
                <a:ext cx="3876472" cy="2862322"/>
              </a:xfrm>
              <a:prstGeom prst="rect">
                <a:avLst/>
              </a:prstGeom>
              <a:blipFill>
                <a:blip r:embed="rId2"/>
                <a:stretch>
                  <a:fillRect l="-1415" t="-1064"/>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1686257F-1489-4987-9D52-DC6E34642DC7}"/>
              </a:ext>
            </a:extLst>
          </p:cNvPr>
          <p:cNvSpPr txBox="1"/>
          <p:nvPr/>
        </p:nvSpPr>
        <p:spPr>
          <a:xfrm>
            <a:off x="1306519" y="5577429"/>
            <a:ext cx="5457071" cy="646331"/>
          </a:xfrm>
          <a:prstGeom prst="rect">
            <a:avLst/>
          </a:prstGeom>
          <a:noFill/>
        </p:spPr>
        <p:txBody>
          <a:bodyPr wrap="none" rtlCol="0">
            <a:spAutoFit/>
          </a:bodyPr>
          <a:lstStyle/>
          <a:p>
            <a:r>
              <a:rPr lang="en-GB" dirty="0"/>
              <a:t>Our code is available at: </a:t>
            </a:r>
          </a:p>
          <a:p>
            <a:r>
              <a:rPr lang="en-GB" dirty="0">
                <a:solidFill>
                  <a:schemeClr val="accent1">
                    <a:lumMod val="60000"/>
                    <a:lumOff val="40000"/>
                  </a:schemeClr>
                </a:solidFill>
              </a:rPr>
              <a:t>https://github.com/Lawhy/Multi-task-NMTransliteration</a:t>
            </a:r>
          </a:p>
        </p:txBody>
      </p:sp>
      <p:pic>
        <p:nvPicPr>
          <p:cNvPr id="9" name="Content Placeholder 8">
            <a:extLst>
              <a:ext uri="{FF2B5EF4-FFF2-40B4-BE49-F238E27FC236}">
                <a16:creationId xmlns:a16="http://schemas.microsoft.com/office/drawing/2014/main" id="{FCD26A91-1E8A-446E-A77E-3413E8BBF51B}"/>
              </a:ext>
            </a:extLst>
          </p:cNvPr>
          <p:cNvPicPr>
            <a:picLocks noGrp="1" noChangeAspect="1"/>
          </p:cNvPicPr>
          <p:nvPr>
            <p:ph idx="1"/>
          </p:nvPr>
        </p:nvPicPr>
        <p:blipFill>
          <a:blip r:embed="rId3"/>
          <a:stretch>
            <a:fillRect/>
          </a:stretch>
        </p:blipFill>
        <p:spPr>
          <a:xfrm>
            <a:off x="7599203" y="1364455"/>
            <a:ext cx="1457070" cy="493819"/>
          </a:xfrm>
        </p:spPr>
      </p:pic>
      <p:pic>
        <p:nvPicPr>
          <p:cNvPr id="11" name="Picture 10">
            <a:extLst>
              <a:ext uri="{FF2B5EF4-FFF2-40B4-BE49-F238E27FC236}">
                <a16:creationId xmlns:a16="http://schemas.microsoft.com/office/drawing/2014/main" id="{6C035A8C-C6EA-484B-A3D3-991A8322F4E4}"/>
              </a:ext>
            </a:extLst>
          </p:cNvPr>
          <p:cNvPicPr>
            <a:picLocks noChangeAspect="1"/>
          </p:cNvPicPr>
          <p:nvPr/>
        </p:nvPicPr>
        <p:blipFill>
          <a:blip r:embed="rId4"/>
          <a:stretch>
            <a:fillRect/>
          </a:stretch>
        </p:blipFill>
        <p:spPr>
          <a:xfrm>
            <a:off x="6674904" y="4549915"/>
            <a:ext cx="1225402" cy="499915"/>
          </a:xfrm>
          <a:prstGeom prst="rect">
            <a:avLst/>
          </a:prstGeom>
        </p:spPr>
      </p:pic>
      <p:pic>
        <p:nvPicPr>
          <p:cNvPr id="13" name="Picture 12">
            <a:extLst>
              <a:ext uri="{FF2B5EF4-FFF2-40B4-BE49-F238E27FC236}">
                <a16:creationId xmlns:a16="http://schemas.microsoft.com/office/drawing/2014/main" id="{BA22DA1A-1B44-4431-9CAA-C476E2EF284C}"/>
              </a:ext>
            </a:extLst>
          </p:cNvPr>
          <p:cNvPicPr>
            <a:picLocks noChangeAspect="1"/>
          </p:cNvPicPr>
          <p:nvPr/>
        </p:nvPicPr>
        <p:blipFill>
          <a:blip r:embed="rId5"/>
          <a:stretch>
            <a:fillRect/>
          </a:stretch>
        </p:blipFill>
        <p:spPr>
          <a:xfrm>
            <a:off x="8554259" y="4549915"/>
            <a:ext cx="1487553" cy="499915"/>
          </a:xfrm>
          <a:prstGeom prst="rect">
            <a:avLst/>
          </a:prstGeom>
        </p:spPr>
      </p:pic>
      <p:sp>
        <p:nvSpPr>
          <p:cNvPr id="14" name="Rectangle: Rounded Corners 13">
            <a:extLst>
              <a:ext uri="{FF2B5EF4-FFF2-40B4-BE49-F238E27FC236}">
                <a16:creationId xmlns:a16="http://schemas.microsoft.com/office/drawing/2014/main" id="{4112B937-9A31-4D96-A9B5-B47F6255EA2A}"/>
              </a:ext>
            </a:extLst>
          </p:cNvPr>
          <p:cNvSpPr/>
          <p:nvPr/>
        </p:nvSpPr>
        <p:spPr>
          <a:xfrm>
            <a:off x="7473987" y="2217225"/>
            <a:ext cx="1707502" cy="71569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GB" dirty="0"/>
              <a:t>Encoder</a:t>
            </a:r>
          </a:p>
        </p:txBody>
      </p:sp>
      <p:cxnSp>
        <p:nvCxnSpPr>
          <p:cNvPr id="16" name="Straight Arrow Connector 15">
            <a:extLst>
              <a:ext uri="{FF2B5EF4-FFF2-40B4-BE49-F238E27FC236}">
                <a16:creationId xmlns:a16="http://schemas.microsoft.com/office/drawing/2014/main" id="{F4B1CEF7-F680-4A6C-A040-227D353EE5A2}"/>
              </a:ext>
            </a:extLst>
          </p:cNvPr>
          <p:cNvCxnSpPr>
            <a:stCxn id="9" idx="2"/>
            <a:endCxn id="14" idx="0"/>
          </p:cNvCxnSpPr>
          <p:nvPr/>
        </p:nvCxnSpPr>
        <p:spPr>
          <a:xfrm>
            <a:off x="8327738" y="1858274"/>
            <a:ext cx="0" cy="358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296CBED8-097A-4557-8B5A-D29585E63106}"/>
              </a:ext>
            </a:extLst>
          </p:cNvPr>
          <p:cNvSpPr/>
          <p:nvPr/>
        </p:nvSpPr>
        <p:spPr>
          <a:xfrm>
            <a:off x="6489510" y="3460787"/>
            <a:ext cx="1596190" cy="71569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GB" dirty="0"/>
              <a:t>Main-task Decoder</a:t>
            </a:r>
          </a:p>
        </p:txBody>
      </p:sp>
      <p:sp>
        <p:nvSpPr>
          <p:cNvPr id="26" name="Rectangle: Rounded Corners 25">
            <a:extLst>
              <a:ext uri="{FF2B5EF4-FFF2-40B4-BE49-F238E27FC236}">
                <a16:creationId xmlns:a16="http://schemas.microsoft.com/office/drawing/2014/main" id="{E808F97D-D539-4597-9F5C-27BDD79C0E5A}"/>
              </a:ext>
            </a:extLst>
          </p:cNvPr>
          <p:cNvSpPr/>
          <p:nvPr/>
        </p:nvSpPr>
        <p:spPr>
          <a:xfrm>
            <a:off x="8499941" y="3460787"/>
            <a:ext cx="1596190" cy="71569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GB" dirty="0"/>
              <a:t>Auxiliary-task Decoder</a:t>
            </a:r>
          </a:p>
        </p:txBody>
      </p:sp>
      <p:cxnSp>
        <p:nvCxnSpPr>
          <p:cNvPr id="30" name="Connector: Elbow 29">
            <a:extLst>
              <a:ext uri="{FF2B5EF4-FFF2-40B4-BE49-F238E27FC236}">
                <a16:creationId xmlns:a16="http://schemas.microsoft.com/office/drawing/2014/main" id="{D8A8AA11-1484-4849-A6A3-B710314EE0EA}"/>
              </a:ext>
            </a:extLst>
          </p:cNvPr>
          <p:cNvCxnSpPr>
            <a:stCxn id="14" idx="2"/>
            <a:endCxn id="23" idx="0"/>
          </p:cNvCxnSpPr>
          <p:nvPr/>
        </p:nvCxnSpPr>
        <p:spPr>
          <a:xfrm rot="5400000">
            <a:off x="7543736" y="2676785"/>
            <a:ext cx="527872" cy="10401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FF9F4255-DC60-42E2-AF8F-028D796B21FE}"/>
              </a:ext>
            </a:extLst>
          </p:cNvPr>
          <p:cNvCxnSpPr>
            <a:stCxn id="14" idx="2"/>
            <a:endCxn id="26" idx="0"/>
          </p:cNvCxnSpPr>
          <p:nvPr/>
        </p:nvCxnSpPr>
        <p:spPr>
          <a:xfrm rot="16200000" flipH="1">
            <a:off x="8548951" y="2711702"/>
            <a:ext cx="527872" cy="9702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D2151A4-9278-44F5-8887-58896897322D}"/>
              </a:ext>
            </a:extLst>
          </p:cNvPr>
          <p:cNvCxnSpPr>
            <a:stCxn id="23" idx="2"/>
            <a:endCxn id="11" idx="0"/>
          </p:cNvCxnSpPr>
          <p:nvPr/>
        </p:nvCxnSpPr>
        <p:spPr>
          <a:xfrm>
            <a:off x="7287605" y="4176477"/>
            <a:ext cx="0" cy="373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7A2B083-1255-46B1-8B15-D611FAE34ABF}"/>
              </a:ext>
            </a:extLst>
          </p:cNvPr>
          <p:cNvCxnSpPr>
            <a:stCxn id="26" idx="2"/>
            <a:endCxn id="13" idx="0"/>
          </p:cNvCxnSpPr>
          <p:nvPr/>
        </p:nvCxnSpPr>
        <p:spPr>
          <a:xfrm>
            <a:off x="9298036" y="4176477"/>
            <a:ext cx="0" cy="373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33F3CA4-0267-4D21-B7BC-E8036EFF4680}"/>
              </a:ext>
            </a:extLst>
          </p:cNvPr>
          <p:cNvSpPr txBox="1"/>
          <p:nvPr/>
        </p:nvSpPr>
        <p:spPr>
          <a:xfrm>
            <a:off x="6632552" y="2945923"/>
            <a:ext cx="1088183" cy="307777"/>
          </a:xfrm>
          <a:prstGeom prst="rect">
            <a:avLst/>
          </a:prstGeom>
          <a:noFill/>
        </p:spPr>
        <p:txBody>
          <a:bodyPr wrap="none" rtlCol="0">
            <a:spAutoFit/>
          </a:bodyPr>
          <a:lstStyle/>
          <a:p>
            <a:r>
              <a:rPr lang="en-GB" sz="1400" dirty="0"/>
              <a:t>bridge layer</a:t>
            </a:r>
          </a:p>
        </p:txBody>
      </p:sp>
      <p:sp>
        <p:nvSpPr>
          <p:cNvPr id="43" name="TextBox 42">
            <a:extLst>
              <a:ext uri="{FF2B5EF4-FFF2-40B4-BE49-F238E27FC236}">
                <a16:creationId xmlns:a16="http://schemas.microsoft.com/office/drawing/2014/main" id="{E8A8CA55-EB27-41E0-B1DF-AE613B8335D9}"/>
              </a:ext>
            </a:extLst>
          </p:cNvPr>
          <p:cNvSpPr txBox="1"/>
          <p:nvPr/>
        </p:nvSpPr>
        <p:spPr>
          <a:xfrm>
            <a:off x="9057225" y="2945924"/>
            <a:ext cx="1088183" cy="307777"/>
          </a:xfrm>
          <a:prstGeom prst="rect">
            <a:avLst/>
          </a:prstGeom>
          <a:noFill/>
        </p:spPr>
        <p:txBody>
          <a:bodyPr wrap="none" rtlCol="0">
            <a:spAutoFit/>
          </a:bodyPr>
          <a:lstStyle/>
          <a:p>
            <a:r>
              <a:rPr lang="en-GB" sz="1400" dirty="0"/>
              <a:t>bridge layer</a:t>
            </a:r>
          </a:p>
        </p:txBody>
      </p:sp>
    </p:spTree>
    <p:extLst>
      <p:ext uri="{BB962C8B-B14F-4D97-AF65-F5344CB8AC3E}">
        <p14:creationId xmlns:p14="http://schemas.microsoft.com/office/powerpoint/2010/main" val="171567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chemeClr val="accent1">
                    <a:lumMod val="75000"/>
                  </a:schemeClr>
                </a:solidFill>
              </a:rPr>
              <a:t>Adaptive Evaluation Metric</a:t>
            </a:r>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440361"/>
            <a:ext cx="10905066" cy="4393982"/>
          </a:xfrm>
        </p:spPr>
        <p:txBody>
          <a:bodyPr>
            <a:normAutofit/>
          </a:bodyPr>
          <a:lstStyle/>
          <a:p>
            <a:r>
              <a:rPr lang="en-GB" sz="2400" dirty="0"/>
              <a:t>Why the traditional one is criticized?</a:t>
            </a:r>
          </a:p>
          <a:p>
            <a:pPr marL="457200" lvl="1" indent="0">
              <a:buNone/>
            </a:pPr>
            <a:r>
              <a:rPr lang="en-GB" sz="2000" dirty="0">
                <a:solidFill>
                  <a:srgbClr val="0070C0"/>
                </a:solidFill>
              </a:rPr>
              <a:t>Answer</a:t>
            </a:r>
            <a:r>
              <a:rPr lang="en-GB" sz="2000" dirty="0"/>
              <a:t>: The traditional word accuracy (ACC) only considers one possible reference.</a:t>
            </a:r>
          </a:p>
          <a:p>
            <a:pPr lvl="1"/>
            <a:endParaRPr lang="en-GB" sz="2000" dirty="0"/>
          </a:p>
          <a:p>
            <a:r>
              <a:rPr lang="en-GB" sz="2400" dirty="0"/>
              <a:t>How about including more references in the dataset?</a:t>
            </a:r>
          </a:p>
          <a:p>
            <a:pPr marL="457200" lvl="1" indent="0">
              <a:buNone/>
            </a:pPr>
            <a:r>
              <a:rPr lang="en-GB" sz="2000" dirty="0">
                <a:solidFill>
                  <a:srgbClr val="0070C0"/>
                </a:solidFill>
              </a:rPr>
              <a:t>Answer</a:t>
            </a:r>
            <a:r>
              <a:rPr lang="en-GB" sz="2000" dirty="0"/>
              <a:t>:</a:t>
            </a:r>
            <a:r>
              <a:rPr lang="zh-CN" altLang="en-US" sz="2000" dirty="0"/>
              <a:t> </a:t>
            </a:r>
            <a:r>
              <a:rPr lang="en-GB" altLang="zh-CN" sz="2000" dirty="0"/>
              <a:t>Unrealistic</a:t>
            </a:r>
            <a:r>
              <a:rPr lang="zh-CN" altLang="en-US" sz="2000" dirty="0"/>
              <a:t> </a:t>
            </a:r>
            <a:r>
              <a:rPr lang="en-GB" altLang="zh-CN" sz="2000" dirty="0"/>
              <a:t>because</a:t>
            </a:r>
            <a:r>
              <a:rPr lang="zh-CN" altLang="en-US" sz="2000" dirty="0"/>
              <a:t> </a:t>
            </a:r>
            <a:r>
              <a:rPr lang="en-GB" altLang="zh-CN" sz="2000" dirty="0"/>
              <a:t>no</a:t>
            </a:r>
            <a:r>
              <a:rPr lang="zh-CN" altLang="en-US" sz="2000" dirty="0"/>
              <a:t> </a:t>
            </a:r>
            <a:r>
              <a:rPr lang="en-GB" altLang="zh-CN" sz="2000" dirty="0"/>
              <a:t>dataset</a:t>
            </a:r>
            <a:r>
              <a:rPr lang="zh-CN" altLang="en-US" sz="2000" dirty="0"/>
              <a:t> </a:t>
            </a:r>
            <a:r>
              <a:rPr lang="en-GB" altLang="zh-CN" sz="2000" dirty="0"/>
              <a:t>is</a:t>
            </a:r>
            <a:r>
              <a:rPr lang="zh-CN" altLang="en-US" sz="2000" dirty="0"/>
              <a:t> </a:t>
            </a:r>
            <a:r>
              <a:rPr lang="en-GB" altLang="zh-CN" sz="2000" dirty="0"/>
              <a:t>guaranteed to contain all possible references.</a:t>
            </a:r>
            <a:endParaRPr lang="en-GB" sz="2000" dirty="0"/>
          </a:p>
          <a:p>
            <a:endParaRPr lang="en-GB" sz="2400" dirty="0"/>
          </a:p>
          <a:p>
            <a:r>
              <a:rPr lang="en-GB" sz="2400" dirty="0"/>
              <a:t>How to solve the problem?</a:t>
            </a:r>
          </a:p>
          <a:p>
            <a:pPr marL="457200" lvl="1" indent="0">
              <a:buNone/>
            </a:pPr>
            <a:r>
              <a:rPr lang="en-GB" sz="2000" dirty="0">
                <a:solidFill>
                  <a:srgbClr val="0070C0"/>
                </a:solidFill>
              </a:rPr>
              <a:t>Answer</a:t>
            </a:r>
            <a:r>
              <a:rPr lang="en-GB" sz="2000" dirty="0"/>
              <a:t>: Given a properly constructed Alternating Character Table (ACT), our metric (ACC-ACT) can cover most of the possible alternatives (see next slide).</a:t>
            </a: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9904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rgbClr val="325A94"/>
                </a:solidFill>
              </a:rPr>
              <a:t>Accuracy with Alternating Character Table (ACC-ACT)</a:t>
            </a:r>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440361"/>
            <a:ext cx="10905066" cy="4393982"/>
          </a:xfrm>
        </p:spPr>
        <p:txBody>
          <a:bodyPr>
            <a:normAutofit/>
          </a:bodyPr>
          <a:lstStyle/>
          <a:p>
            <a:r>
              <a:rPr lang="en-GB" sz="2400" dirty="0"/>
              <a:t>Alternating Character Table: </a:t>
            </a:r>
          </a:p>
          <a:p>
            <a:pPr lvl="1"/>
            <a:r>
              <a:rPr lang="en-GB" sz="2400" dirty="0"/>
              <a:t>A table with each row storing a list of </a:t>
            </a:r>
            <a:r>
              <a:rPr lang="en-GB" sz="2400" dirty="0">
                <a:solidFill>
                  <a:srgbClr val="0070C0"/>
                </a:solidFill>
              </a:rPr>
              <a:t>interchangeable</a:t>
            </a:r>
            <a:r>
              <a:rPr lang="en-GB" sz="2400" dirty="0"/>
              <a:t> characters;</a:t>
            </a:r>
          </a:p>
          <a:p>
            <a:pPr marL="457200" lvl="1" indent="0">
              <a:buNone/>
            </a:pPr>
            <a:r>
              <a:rPr lang="en-GB" sz="2400" dirty="0">
                <a:solidFill>
                  <a:schemeClr val="accent5"/>
                </a:solidFill>
              </a:rPr>
              <a:t>    </a:t>
            </a:r>
            <a:r>
              <a:rPr lang="en-GB" sz="2400" dirty="0">
                <a:solidFill>
                  <a:schemeClr val="accent6">
                    <a:lumMod val="60000"/>
                    <a:lumOff val="40000"/>
                  </a:schemeClr>
                </a:solidFill>
              </a:rPr>
              <a:t>only suitable for a logographic system where every character is independent</a:t>
            </a:r>
            <a:endParaRPr lang="en-GB" sz="2400" dirty="0">
              <a:solidFill>
                <a:schemeClr val="accent5"/>
              </a:solidFill>
            </a:endParaRPr>
          </a:p>
          <a:p>
            <a:pPr lvl="1"/>
            <a:r>
              <a:rPr lang="en-GB" sz="2400" dirty="0"/>
              <a:t>Created based on the one-source-multiple-target name pairs in the DICT dataset. </a:t>
            </a:r>
          </a:p>
          <a:p>
            <a:pPr marL="457200" lvl="1" indent="0">
              <a:buNone/>
            </a:pPr>
            <a:r>
              <a:rPr lang="en-GB" sz="2400" dirty="0"/>
              <a:t>    </a:t>
            </a:r>
            <a:r>
              <a:rPr lang="en-GB" sz="2400" dirty="0">
                <a:solidFill>
                  <a:schemeClr val="accent6">
                    <a:lumMod val="60000"/>
                    <a:lumOff val="40000"/>
                  </a:schemeClr>
                </a:solidFill>
              </a:rPr>
              <a:t>can be improved further by linguists</a:t>
            </a:r>
            <a:endParaRPr lang="en-GB" sz="2400" dirty="0"/>
          </a:p>
          <a:p>
            <a:endParaRPr lang="en-GB" sz="2400" dirty="0"/>
          </a:p>
          <a:p>
            <a:r>
              <a:rPr lang="en-GB" sz="2400" dirty="0"/>
              <a:t>Example of how the algorithm captures the multiple references:</a:t>
            </a:r>
          </a:p>
          <a:p>
            <a:endParaRPr lang="en-GB" sz="2400" dirty="0"/>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4">
            <a:extLst>
              <a:ext uri="{FF2B5EF4-FFF2-40B4-BE49-F238E27FC236}">
                <a16:creationId xmlns:a16="http://schemas.microsoft.com/office/drawing/2014/main" id="{73B258A7-2279-4AE3-8317-4103BE58B152}"/>
              </a:ext>
            </a:extLst>
          </p:cNvPr>
          <p:cNvGraphicFramePr>
            <a:graphicFrameLocks noGrp="1"/>
          </p:cNvGraphicFramePr>
          <p:nvPr>
            <p:extLst>
              <p:ext uri="{D42A27DB-BD31-4B8C-83A1-F6EECF244321}">
                <p14:modId xmlns:p14="http://schemas.microsoft.com/office/powerpoint/2010/main" val="998603465"/>
              </p:ext>
            </p:extLst>
          </p:nvPr>
        </p:nvGraphicFramePr>
        <p:xfrm>
          <a:off x="2032000" y="4704079"/>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73820750"/>
                    </a:ext>
                  </a:extLst>
                </a:gridCol>
                <a:gridCol w="2032000">
                  <a:extLst>
                    <a:ext uri="{9D8B030D-6E8A-4147-A177-3AD203B41FA5}">
                      <a16:colId xmlns:a16="http://schemas.microsoft.com/office/drawing/2014/main" val="3157754842"/>
                    </a:ext>
                  </a:extLst>
                </a:gridCol>
                <a:gridCol w="2032000">
                  <a:extLst>
                    <a:ext uri="{9D8B030D-6E8A-4147-A177-3AD203B41FA5}">
                      <a16:colId xmlns:a16="http://schemas.microsoft.com/office/drawing/2014/main" val="2937999674"/>
                    </a:ext>
                  </a:extLst>
                </a:gridCol>
                <a:gridCol w="2032000">
                  <a:extLst>
                    <a:ext uri="{9D8B030D-6E8A-4147-A177-3AD203B41FA5}">
                      <a16:colId xmlns:a16="http://schemas.microsoft.com/office/drawing/2014/main" val="4160200524"/>
                    </a:ext>
                  </a:extLst>
                </a:gridCol>
              </a:tblGrid>
              <a:tr h="370840">
                <a:tc>
                  <a:txBody>
                    <a:bodyPr/>
                    <a:lstStyle/>
                    <a:p>
                      <a:r>
                        <a:rPr lang="en-GB" dirty="0"/>
                        <a:t>Source Name</a:t>
                      </a:r>
                    </a:p>
                  </a:txBody>
                  <a:tcPr/>
                </a:tc>
                <a:tc>
                  <a:txBody>
                    <a:bodyPr/>
                    <a:lstStyle/>
                    <a:p>
                      <a:r>
                        <a:rPr lang="en-GB" dirty="0"/>
                        <a:t>Target Name 1</a:t>
                      </a:r>
                    </a:p>
                  </a:txBody>
                  <a:tcPr/>
                </a:tc>
                <a:tc>
                  <a:txBody>
                    <a:bodyPr/>
                    <a:lstStyle/>
                    <a:p>
                      <a:r>
                        <a:rPr lang="en-GB" dirty="0"/>
                        <a:t>Target Name 2</a:t>
                      </a:r>
                    </a:p>
                  </a:txBody>
                  <a:tcPr/>
                </a:tc>
                <a:tc>
                  <a:txBody>
                    <a:bodyPr/>
                    <a:lstStyle/>
                    <a:p>
                      <a:r>
                        <a:rPr lang="en-GB" dirty="0"/>
                        <a:t>MED</a:t>
                      </a:r>
                    </a:p>
                  </a:txBody>
                  <a:tcPr/>
                </a:tc>
                <a:extLst>
                  <a:ext uri="{0D108BD9-81ED-4DB2-BD59-A6C34878D82A}">
                    <a16:rowId xmlns:a16="http://schemas.microsoft.com/office/drawing/2014/main" val="327138097"/>
                  </a:ext>
                </a:extLst>
              </a:tr>
              <a:tr h="370840">
                <a:tc>
                  <a:txBody>
                    <a:bodyPr/>
                    <a:lstStyle/>
                    <a:p>
                      <a:r>
                        <a:rPr lang="en-GB" dirty="0"/>
                        <a:t>Mona</a:t>
                      </a:r>
                    </a:p>
                  </a:txBody>
                  <a:tcPr/>
                </a:tc>
                <a:tc>
                  <a:txBody>
                    <a:bodyPr/>
                    <a:lstStyle/>
                    <a:p>
                      <a:r>
                        <a:rPr lang="zh-CN" altLang="en-US" dirty="0"/>
                        <a:t>莫纳</a:t>
                      </a:r>
                      <a:endParaRPr lang="en-GB" dirty="0"/>
                    </a:p>
                  </a:txBody>
                  <a:tcPr/>
                </a:tc>
                <a:tc>
                  <a:txBody>
                    <a:bodyPr/>
                    <a:lstStyle/>
                    <a:p>
                      <a:r>
                        <a:rPr lang="zh-CN" altLang="en-US" dirty="0"/>
                        <a:t>莫娜</a:t>
                      </a:r>
                      <a:endParaRPr lang="en-GB" dirty="0"/>
                    </a:p>
                  </a:txBody>
                  <a:tcPr/>
                </a:tc>
                <a:tc>
                  <a:txBody>
                    <a:bodyPr/>
                    <a:lstStyle/>
                    <a:p>
                      <a:r>
                        <a:rPr lang="en-GB" dirty="0"/>
                        <a:t>1</a:t>
                      </a:r>
                    </a:p>
                  </a:txBody>
                  <a:tcPr/>
                </a:tc>
                <a:extLst>
                  <a:ext uri="{0D108BD9-81ED-4DB2-BD59-A6C34878D82A}">
                    <a16:rowId xmlns:a16="http://schemas.microsoft.com/office/drawing/2014/main" val="392054653"/>
                  </a:ext>
                </a:extLst>
              </a:tr>
            </a:tbl>
          </a:graphicData>
        </a:graphic>
      </p:graphicFrame>
      <p:sp>
        <p:nvSpPr>
          <p:cNvPr id="5" name="Oval 4">
            <a:extLst>
              <a:ext uri="{FF2B5EF4-FFF2-40B4-BE49-F238E27FC236}">
                <a16:creationId xmlns:a16="http://schemas.microsoft.com/office/drawing/2014/main" id="{EC1C9A2F-B0D3-41E4-81AB-A7E671BC4C5F}"/>
              </a:ext>
            </a:extLst>
          </p:cNvPr>
          <p:cNvSpPr/>
          <p:nvPr/>
        </p:nvSpPr>
        <p:spPr>
          <a:xfrm>
            <a:off x="4363453" y="5107807"/>
            <a:ext cx="296779" cy="31282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164A4079-BA18-44BE-B123-D94F55CA1B22}"/>
              </a:ext>
            </a:extLst>
          </p:cNvPr>
          <p:cNvSpPr/>
          <p:nvPr/>
        </p:nvSpPr>
        <p:spPr>
          <a:xfrm>
            <a:off x="6384758" y="5107807"/>
            <a:ext cx="296779" cy="31282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8214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rgbClr val="325A94"/>
                </a:solidFill>
              </a:rPr>
              <a:t>D</a:t>
            </a:r>
            <a:r>
              <a:rPr lang="en-US" altLang="zh-CN" sz="3600" dirty="0" err="1">
                <a:solidFill>
                  <a:srgbClr val="325A94"/>
                </a:solidFill>
              </a:rPr>
              <a:t>atasets</a:t>
            </a:r>
            <a:r>
              <a:rPr lang="en-US" altLang="zh-CN" sz="3600" dirty="0">
                <a:solidFill>
                  <a:srgbClr val="325A94"/>
                </a:solidFill>
              </a:rPr>
              <a:t> </a:t>
            </a:r>
            <a:endParaRPr lang="en-GB" sz="3600" dirty="0">
              <a:solidFill>
                <a:srgbClr val="325A94"/>
              </a:solidFill>
            </a:endParaRPr>
          </a:p>
        </p:txBody>
      </p:sp>
      <p:sp>
        <p:nvSpPr>
          <p:cNvPr id="3" name="Content Placeholder 2">
            <a:extLst>
              <a:ext uri="{FF2B5EF4-FFF2-40B4-BE49-F238E27FC236}">
                <a16:creationId xmlns:a16="http://schemas.microsoft.com/office/drawing/2014/main" id="{59199C4C-5AA4-49CE-81AC-CBF428574A2B}"/>
              </a:ext>
            </a:extLst>
          </p:cNvPr>
          <p:cNvSpPr>
            <a:spLocks noGrp="1"/>
          </p:cNvSpPr>
          <p:nvPr>
            <p:ph idx="1"/>
          </p:nvPr>
        </p:nvSpPr>
        <p:spPr>
          <a:xfrm>
            <a:off x="643467" y="1440361"/>
            <a:ext cx="10905066" cy="4393982"/>
          </a:xfrm>
        </p:spPr>
        <p:txBody>
          <a:bodyPr>
            <a:normAutofit/>
          </a:bodyPr>
          <a:lstStyle/>
          <a:p>
            <a:r>
              <a:rPr lang="en-GB" sz="2400" dirty="0"/>
              <a:t>DICT dataset</a:t>
            </a:r>
          </a:p>
          <a:p>
            <a:pPr lvl="1"/>
            <a:r>
              <a:rPr lang="en-GB" sz="2000" dirty="0"/>
              <a:t>Extracted from the giant dictionary (see previous slide).</a:t>
            </a:r>
          </a:p>
          <a:p>
            <a:pPr marL="0" indent="0">
              <a:buNone/>
            </a:pPr>
            <a:endParaRPr lang="en-GB" sz="2400" dirty="0"/>
          </a:p>
          <a:p>
            <a:r>
              <a:rPr lang="en-GB" sz="2400" dirty="0"/>
              <a:t>NEWS dataset </a:t>
            </a:r>
          </a:p>
          <a:p>
            <a:pPr lvl="1"/>
            <a:r>
              <a:rPr lang="en-GB" sz="2000" dirty="0"/>
              <a:t>Raw data came from the NEWS 2018 Shared Task </a:t>
            </a:r>
            <a:r>
              <a:rPr lang="en-GB" sz="2000" dirty="0">
                <a:solidFill>
                  <a:schemeClr val="accent5"/>
                </a:solidFill>
              </a:rPr>
              <a:t>(</a:t>
            </a:r>
            <a:r>
              <a:rPr lang="en-GB" sz="2000" dirty="0">
                <a:solidFill>
                  <a:schemeClr val="accent5"/>
                </a:solidFill>
                <a:hlinkClick r:id="rId2">
                  <a:extLst>
                    <a:ext uri="{A12FA001-AC4F-418D-AE19-62706E023703}">
                      <ahyp:hlinkClr xmlns:ahyp="http://schemas.microsoft.com/office/drawing/2018/hyperlinkcolor" val="tx"/>
                    </a:ext>
                  </a:extLst>
                </a:hlinkClick>
              </a:rPr>
              <a:t>http://workshop.colips.org/news2018/</a:t>
            </a:r>
            <a:r>
              <a:rPr lang="en-GB" sz="2000" dirty="0">
                <a:solidFill>
                  <a:schemeClr val="accent5"/>
                </a:solidFill>
              </a:rPr>
              <a:t>).</a:t>
            </a:r>
          </a:p>
          <a:p>
            <a:pPr lvl="1"/>
            <a:r>
              <a:rPr lang="en-GB" sz="2000" dirty="0" err="1"/>
              <a:t>Preprocessed</a:t>
            </a:r>
            <a:r>
              <a:rPr lang="en-GB" sz="2000" dirty="0"/>
              <a:t> data came from the work of </a:t>
            </a:r>
            <a:r>
              <a:rPr lang="en-GB" sz="2000" dirty="0" err="1"/>
              <a:t>Grundkiewicz</a:t>
            </a:r>
            <a:r>
              <a:rPr lang="en-GB" sz="2000" dirty="0"/>
              <a:t> and </a:t>
            </a:r>
            <a:r>
              <a:rPr lang="en-GB" sz="2000" dirty="0" err="1"/>
              <a:t>Heafield</a:t>
            </a:r>
            <a:r>
              <a:rPr lang="en-GB" sz="2000" dirty="0"/>
              <a:t>, 2018.</a:t>
            </a:r>
          </a:p>
          <a:p>
            <a:pPr lvl="1"/>
            <a:endParaRPr lang="en-GB" sz="2000" dirty="0"/>
          </a:p>
          <a:p>
            <a:r>
              <a:rPr lang="en-GB" sz="2400" dirty="0"/>
              <a:t>The </a:t>
            </a:r>
            <a:r>
              <a:rPr lang="en-GB" sz="2400" dirty="0">
                <a:solidFill>
                  <a:schemeClr val="accent5"/>
                </a:solidFill>
              </a:rPr>
              <a:t>NEWS official test set </a:t>
            </a:r>
            <a:r>
              <a:rPr lang="en-GB" sz="2400" dirty="0"/>
              <a:t>is anonymized</a:t>
            </a:r>
            <a:r>
              <a:rPr lang="en-GB" sz="2000" dirty="0"/>
              <a:t>.</a:t>
            </a:r>
            <a:endParaRPr lang="en-GB" sz="2400" dirty="0"/>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44129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GB" sz="3600" dirty="0">
                <a:solidFill>
                  <a:schemeClr val="accent1">
                    <a:lumMod val="75000"/>
                  </a:schemeClr>
                </a:solidFill>
              </a:rPr>
              <a:t>Analysis of the Main-Auxiliary Relationship</a:t>
            </a:r>
          </a:p>
        </p:txBody>
      </p:sp>
      <p:pic>
        <p:nvPicPr>
          <p:cNvPr id="5" name="Content Placeholder 4" descr="Chart, scatter chart&#10;&#10;Description automatically generated">
            <a:extLst>
              <a:ext uri="{FF2B5EF4-FFF2-40B4-BE49-F238E27FC236}">
                <a16:creationId xmlns:a16="http://schemas.microsoft.com/office/drawing/2014/main" id="{348EAF67-DC0C-4DA0-976F-876B7814BA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3518" y="1732926"/>
            <a:ext cx="5151795" cy="3434530"/>
          </a:xfrm>
        </p:spPr>
      </p:pic>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descr="Chart, scatter chart&#10;&#10;Description automatically generated">
            <a:extLst>
              <a:ext uri="{FF2B5EF4-FFF2-40B4-BE49-F238E27FC236}">
                <a16:creationId xmlns:a16="http://schemas.microsoft.com/office/drawing/2014/main" id="{CF5669E1-6FC6-4D00-83C0-DBE2C28DD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67" y="1732927"/>
            <a:ext cx="5151795" cy="3434530"/>
          </a:xfrm>
          <a:prstGeom prst="rect">
            <a:avLst/>
          </a:prstGeom>
        </p:spPr>
      </p:pic>
    </p:spTree>
    <p:extLst>
      <p:ext uri="{BB962C8B-B14F-4D97-AF65-F5344CB8AC3E}">
        <p14:creationId xmlns:p14="http://schemas.microsoft.com/office/powerpoint/2010/main" val="733360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US" altLang="zh-CN" sz="3600" dirty="0">
                <a:solidFill>
                  <a:srgbClr val="325A94"/>
                </a:solidFill>
              </a:rPr>
              <a:t>Experiment Results (NEWS)</a:t>
            </a:r>
            <a:endParaRPr lang="en-GB" sz="3600" dirty="0">
              <a:solidFill>
                <a:srgbClr val="325A94"/>
              </a:solidFill>
            </a:endParaRP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11" name="Table 11">
            <a:extLst>
              <a:ext uri="{FF2B5EF4-FFF2-40B4-BE49-F238E27FC236}">
                <a16:creationId xmlns:a16="http://schemas.microsoft.com/office/drawing/2014/main" id="{96626221-B518-4608-893C-9EDD09F2D24D}"/>
              </a:ext>
            </a:extLst>
          </p:cNvPr>
          <p:cNvGraphicFramePr>
            <a:graphicFrameLocks noGrp="1"/>
          </p:cNvGraphicFramePr>
          <p:nvPr>
            <p:ph idx="1"/>
            <p:extLst>
              <p:ext uri="{D42A27DB-BD31-4B8C-83A1-F6EECF244321}">
                <p14:modId xmlns:p14="http://schemas.microsoft.com/office/powerpoint/2010/main" val="1122144875"/>
              </p:ext>
            </p:extLst>
          </p:nvPr>
        </p:nvGraphicFramePr>
        <p:xfrm>
          <a:off x="838200" y="1848864"/>
          <a:ext cx="10515600" cy="36830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492760340"/>
                    </a:ext>
                  </a:extLst>
                </a:gridCol>
                <a:gridCol w="2103120">
                  <a:extLst>
                    <a:ext uri="{9D8B030D-6E8A-4147-A177-3AD203B41FA5}">
                      <a16:colId xmlns:a16="http://schemas.microsoft.com/office/drawing/2014/main" val="2995173923"/>
                    </a:ext>
                  </a:extLst>
                </a:gridCol>
                <a:gridCol w="2103120">
                  <a:extLst>
                    <a:ext uri="{9D8B030D-6E8A-4147-A177-3AD203B41FA5}">
                      <a16:colId xmlns:a16="http://schemas.microsoft.com/office/drawing/2014/main" val="1032875031"/>
                    </a:ext>
                  </a:extLst>
                </a:gridCol>
                <a:gridCol w="2103120">
                  <a:extLst>
                    <a:ext uri="{9D8B030D-6E8A-4147-A177-3AD203B41FA5}">
                      <a16:colId xmlns:a16="http://schemas.microsoft.com/office/drawing/2014/main" val="3679960466"/>
                    </a:ext>
                  </a:extLst>
                </a:gridCol>
                <a:gridCol w="2103120">
                  <a:extLst>
                    <a:ext uri="{9D8B030D-6E8A-4147-A177-3AD203B41FA5}">
                      <a16:colId xmlns:a16="http://schemas.microsoft.com/office/drawing/2014/main" val="3586293155"/>
                    </a:ext>
                  </a:extLst>
                </a:gridCol>
              </a:tblGrid>
              <a:tr h="370840">
                <a:tc gridSpan="5">
                  <a:txBody>
                    <a:bodyPr/>
                    <a:lstStyle/>
                    <a:p>
                      <a:pPr algn="ctr"/>
                      <a:r>
                        <a:rPr lang="en-GB" dirty="0"/>
                        <a:t>Experiment results on the NEWS internal test set (official development set)</a:t>
                      </a:r>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782366150"/>
                  </a:ext>
                </a:extLst>
              </a:tr>
              <a:tr h="370840">
                <a:tc>
                  <a:txBody>
                    <a:bodyPr/>
                    <a:lstStyle/>
                    <a:p>
                      <a:endParaRPr lang="en-GB" dirty="0"/>
                    </a:p>
                  </a:txBody>
                  <a:tcPr/>
                </a:tc>
                <a:tc gridSpan="3">
                  <a:txBody>
                    <a:bodyPr/>
                    <a:lstStyle/>
                    <a:p>
                      <a:pPr algn="ctr"/>
                      <a:r>
                        <a:rPr lang="en-GB" b="1" dirty="0"/>
                        <a:t>Main</a:t>
                      </a:r>
                    </a:p>
                  </a:txBody>
                  <a:tcPr/>
                </a:tc>
                <a:tc hMerge="1">
                  <a:txBody>
                    <a:bodyPr/>
                    <a:lstStyle/>
                    <a:p>
                      <a:endParaRPr lang="en-GB" dirty="0"/>
                    </a:p>
                  </a:txBody>
                  <a:tcPr/>
                </a:tc>
                <a:tc hMerge="1">
                  <a:txBody>
                    <a:bodyPr/>
                    <a:lstStyle/>
                    <a:p>
                      <a:endParaRPr lang="en-GB" dirty="0"/>
                    </a:p>
                  </a:txBody>
                  <a:tcPr/>
                </a:tc>
                <a:tc>
                  <a:txBody>
                    <a:bodyPr/>
                    <a:lstStyle/>
                    <a:p>
                      <a:pPr algn="ctr"/>
                      <a:r>
                        <a:rPr lang="en-GB" b="1" dirty="0"/>
                        <a:t>Auxiliary</a:t>
                      </a:r>
                    </a:p>
                  </a:txBody>
                  <a:tcPr/>
                </a:tc>
                <a:extLst>
                  <a:ext uri="{0D108BD9-81ED-4DB2-BD59-A6C34878D82A}">
                    <a16:rowId xmlns:a16="http://schemas.microsoft.com/office/drawing/2014/main" val="193261094"/>
                  </a:ext>
                </a:extLst>
              </a:tr>
              <a:tr h="370840">
                <a:tc>
                  <a:txBody>
                    <a:bodyPr/>
                    <a:lstStyle/>
                    <a:p>
                      <a:r>
                        <a:rPr lang="en-GB" b="1" dirty="0"/>
                        <a:t>System</a:t>
                      </a:r>
                    </a:p>
                  </a:txBody>
                  <a:tcPr/>
                </a:tc>
                <a:tc>
                  <a:txBody>
                    <a:bodyPr/>
                    <a:lstStyle/>
                    <a:p>
                      <a:r>
                        <a:rPr lang="en-GB" b="1" dirty="0"/>
                        <a:t>ACC</a:t>
                      </a:r>
                    </a:p>
                  </a:txBody>
                  <a:tcPr/>
                </a:tc>
                <a:tc>
                  <a:txBody>
                    <a:bodyPr/>
                    <a:lstStyle/>
                    <a:p>
                      <a:r>
                        <a:rPr lang="en-GB" b="1" dirty="0"/>
                        <a:t>ACC+</a:t>
                      </a:r>
                    </a:p>
                  </a:txBody>
                  <a:tcPr/>
                </a:tc>
                <a:tc>
                  <a:txBody>
                    <a:bodyPr/>
                    <a:lstStyle/>
                    <a:p>
                      <a:r>
                        <a:rPr lang="en-GB" b="1" dirty="0"/>
                        <a:t>ACC-ACT</a:t>
                      </a:r>
                    </a:p>
                  </a:txBody>
                  <a:tcPr/>
                </a:tc>
                <a:tc>
                  <a:txBody>
                    <a:bodyPr/>
                    <a:lstStyle/>
                    <a:p>
                      <a:r>
                        <a:rPr lang="en-GB" b="1" dirty="0"/>
                        <a:t>ACC</a:t>
                      </a:r>
                    </a:p>
                  </a:txBody>
                  <a:tcPr/>
                </a:tc>
                <a:extLst>
                  <a:ext uri="{0D108BD9-81ED-4DB2-BD59-A6C34878D82A}">
                    <a16:rowId xmlns:a16="http://schemas.microsoft.com/office/drawing/2014/main" val="3354312938"/>
                  </a:ext>
                </a:extLst>
              </a:tr>
              <a:tr h="370840">
                <a:tc>
                  <a:txBody>
                    <a:bodyPr/>
                    <a:lstStyle/>
                    <a:p>
                      <a:r>
                        <a:rPr lang="en-GB" dirty="0"/>
                        <a:t>Baseline (Ours)</a:t>
                      </a:r>
                    </a:p>
                  </a:txBody>
                  <a:tcPr/>
                </a:tc>
                <a:tc>
                  <a:txBody>
                    <a:bodyPr/>
                    <a:lstStyle/>
                    <a:p>
                      <a:r>
                        <a:rPr lang="en-GB" dirty="0"/>
                        <a:t>0.724</a:t>
                      </a:r>
                    </a:p>
                  </a:txBody>
                  <a:tcPr/>
                </a:tc>
                <a:tc>
                  <a:txBody>
                    <a:bodyPr/>
                    <a:lstStyle/>
                    <a:p>
                      <a:r>
                        <a:rPr lang="en-GB" dirty="0"/>
                        <a:t>0.733</a:t>
                      </a:r>
                    </a:p>
                  </a:txBody>
                  <a:tcPr/>
                </a:tc>
                <a:tc>
                  <a:txBody>
                    <a:bodyPr/>
                    <a:lstStyle/>
                    <a:p>
                      <a:r>
                        <a:rPr lang="en-GB" dirty="0"/>
                        <a:t>0.742</a:t>
                      </a:r>
                    </a:p>
                  </a:txBody>
                  <a:tcPr/>
                </a:tc>
                <a:tc>
                  <a:txBody>
                    <a:bodyPr/>
                    <a:lstStyle/>
                    <a:p>
                      <a:r>
                        <a:rPr lang="en-GB" dirty="0"/>
                        <a:t>0.736</a:t>
                      </a:r>
                    </a:p>
                  </a:txBody>
                  <a:tcPr/>
                </a:tc>
                <a:extLst>
                  <a:ext uri="{0D108BD9-81ED-4DB2-BD59-A6C34878D82A}">
                    <a16:rowId xmlns:a16="http://schemas.microsoft.com/office/drawing/2014/main" val="3528247285"/>
                  </a:ext>
                </a:extLst>
              </a:tr>
              <a:tr h="370840">
                <a:tc>
                  <a:txBody>
                    <a:bodyPr/>
                    <a:lstStyle/>
                    <a:p>
                      <a:r>
                        <a:rPr lang="en-GB" dirty="0"/>
                        <a:t>Multi-task (Ours)</a:t>
                      </a:r>
                    </a:p>
                  </a:txBody>
                  <a:tcPr/>
                </a:tc>
                <a:tc>
                  <a:txBody>
                    <a:bodyPr/>
                    <a:lstStyle/>
                    <a:p>
                      <a:r>
                        <a:rPr lang="en-GB" dirty="0"/>
                        <a:t>0.739</a:t>
                      </a:r>
                    </a:p>
                  </a:txBody>
                  <a:tcPr/>
                </a:tc>
                <a:tc>
                  <a:txBody>
                    <a:bodyPr/>
                    <a:lstStyle/>
                    <a:p>
                      <a:r>
                        <a:rPr lang="en-GB" dirty="0"/>
                        <a:t>0.749</a:t>
                      </a:r>
                    </a:p>
                  </a:txBody>
                  <a:tcPr/>
                </a:tc>
                <a:tc>
                  <a:txBody>
                    <a:bodyPr/>
                    <a:lstStyle/>
                    <a:p>
                      <a:r>
                        <a:rPr lang="en-GB" dirty="0"/>
                        <a:t>0.760</a:t>
                      </a:r>
                    </a:p>
                  </a:txBody>
                  <a:tcPr/>
                </a:tc>
                <a:tc>
                  <a:txBody>
                    <a:bodyPr/>
                    <a:lstStyle/>
                    <a:p>
                      <a:r>
                        <a:rPr lang="en-GB" dirty="0"/>
                        <a:t>0.757</a:t>
                      </a:r>
                    </a:p>
                  </a:txBody>
                  <a:tcPr/>
                </a:tc>
                <a:extLst>
                  <a:ext uri="{0D108BD9-81ED-4DB2-BD59-A6C34878D82A}">
                    <a16:rowId xmlns:a16="http://schemas.microsoft.com/office/drawing/2014/main" val="2160568997"/>
                  </a:ext>
                </a:extLst>
              </a:tr>
              <a:tr h="370840">
                <a:tc>
                  <a:txBody>
                    <a:bodyPr/>
                    <a:lstStyle/>
                    <a:p>
                      <a:r>
                        <a:rPr lang="en-GB" dirty="0" err="1"/>
                        <a:t>BiDeep</a:t>
                      </a:r>
                      <a:r>
                        <a:rPr lang="en-GB" dirty="0"/>
                        <a:t> </a:t>
                      </a:r>
                      <a:r>
                        <a:rPr lang="en-GB" dirty="0">
                          <a:solidFill>
                            <a:schemeClr val="tx1"/>
                          </a:solidFill>
                        </a:rPr>
                        <a:t>(</a:t>
                      </a:r>
                      <a:r>
                        <a:rPr lang="en-GB" dirty="0" err="1">
                          <a:solidFill>
                            <a:schemeClr val="tx1"/>
                          </a:solidFill>
                        </a:rPr>
                        <a:t>Grundkiewicz</a:t>
                      </a:r>
                      <a:r>
                        <a:rPr lang="en-GB" dirty="0">
                          <a:solidFill>
                            <a:schemeClr val="tx1"/>
                          </a:solidFill>
                        </a:rPr>
                        <a:t> and </a:t>
                      </a:r>
                      <a:r>
                        <a:rPr lang="en-GB" dirty="0" err="1">
                          <a:solidFill>
                            <a:schemeClr val="tx1"/>
                          </a:solidFill>
                        </a:rPr>
                        <a:t>Heafield</a:t>
                      </a:r>
                      <a:r>
                        <a:rPr lang="en-GB" dirty="0">
                          <a:solidFill>
                            <a:schemeClr val="tx1"/>
                          </a:solidFill>
                        </a:rPr>
                        <a:t>, 2018)</a:t>
                      </a:r>
                    </a:p>
                  </a:txBody>
                  <a:tcPr/>
                </a:tc>
                <a:tc>
                  <a:txBody>
                    <a:bodyPr/>
                    <a:lstStyle/>
                    <a:p>
                      <a:r>
                        <a:rPr lang="en-GB" dirty="0"/>
                        <a:t>0.731</a:t>
                      </a:r>
                    </a:p>
                  </a:txBody>
                  <a:tcPr/>
                </a:tc>
                <a:tc>
                  <a:txBody>
                    <a:bodyPr/>
                    <a:lstStyle/>
                    <a:p>
                      <a:r>
                        <a:rPr lang="en-GB" dirty="0"/>
                        <a:t>0.739</a:t>
                      </a:r>
                    </a:p>
                  </a:txBody>
                  <a:tcPr/>
                </a:tc>
                <a:tc>
                  <a:txBody>
                    <a:bodyPr/>
                    <a:lstStyle/>
                    <a:p>
                      <a:r>
                        <a:rPr lang="en-GB" dirty="0"/>
                        <a:t>0.746</a:t>
                      </a:r>
                    </a:p>
                  </a:txBody>
                  <a:tcPr/>
                </a:tc>
                <a:tc>
                  <a:txBody>
                    <a:bodyPr/>
                    <a:lstStyle/>
                    <a:p>
                      <a:r>
                        <a:rPr lang="en-GB" dirty="0"/>
                        <a:t>0.740</a:t>
                      </a:r>
                    </a:p>
                  </a:txBody>
                  <a:tcPr/>
                </a:tc>
                <a:extLst>
                  <a:ext uri="{0D108BD9-81ED-4DB2-BD59-A6C34878D82A}">
                    <a16:rowId xmlns:a16="http://schemas.microsoft.com/office/drawing/2014/main" val="2262824635"/>
                  </a:ext>
                </a:extLst>
              </a:tr>
              <a:tr h="370840">
                <a:tc>
                  <a:txBody>
                    <a:bodyPr/>
                    <a:lstStyle/>
                    <a:p>
                      <a:r>
                        <a:rPr lang="en-GB" dirty="0" err="1"/>
                        <a:t>BiDeep</a:t>
                      </a:r>
                      <a:r>
                        <a:rPr lang="en-GB" dirty="0"/>
                        <a:t>+ </a:t>
                      </a:r>
                      <a:r>
                        <a:rPr lang="en-GB" dirty="0">
                          <a:solidFill>
                            <a:schemeClr val="tx1"/>
                          </a:solidFill>
                        </a:rPr>
                        <a:t>(</a:t>
                      </a:r>
                      <a:r>
                        <a:rPr lang="en-GB" dirty="0" err="1">
                          <a:solidFill>
                            <a:schemeClr val="tx1"/>
                          </a:solidFill>
                        </a:rPr>
                        <a:t>Grundkiewicz</a:t>
                      </a:r>
                      <a:r>
                        <a:rPr lang="en-GB" dirty="0">
                          <a:solidFill>
                            <a:schemeClr val="tx1"/>
                          </a:solidFill>
                        </a:rPr>
                        <a:t> and </a:t>
                      </a:r>
                      <a:r>
                        <a:rPr lang="en-GB" dirty="0" err="1">
                          <a:solidFill>
                            <a:schemeClr val="tx1"/>
                          </a:solidFill>
                        </a:rPr>
                        <a:t>Heafield</a:t>
                      </a:r>
                      <a:r>
                        <a:rPr lang="en-GB" dirty="0">
                          <a:solidFill>
                            <a:schemeClr val="tx1"/>
                          </a:solidFill>
                        </a:rPr>
                        <a:t>, 2018)</a:t>
                      </a:r>
                    </a:p>
                  </a:txBody>
                  <a:tcPr/>
                </a:tc>
                <a:tc>
                  <a:txBody>
                    <a:bodyPr/>
                    <a:lstStyle/>
                    <a:p>
                      <a:r>
                        <a:rPr lang="en-GB" dirty="0"/>
                        <a:t>NA</a:t>
                      </a:r>
                    </a:p>
                  </a:txBody>
                  <a:tcPr/>
                </a:tc>
                <a:tc>
                  <a:txBody>
                    <a:bodyPr/>
                    <a:lstStyle/>
                    <a:p>
                      <a:r>
                        <a:rPr lang="en-GB" dirty="0"/>
                        <a:t>0.765 (reported)</a:t>
                      </a:r>
                    </a:p>
                  </a:txBody>
                  <a:tcPr/>
                </a:tc>
                <a:tc>
                  <a:txBody>
                    <a:bodyPr/>
                    <a:lstStyle/>
                    <a:p>
                      <a:r>
                        <a:rPr lang="en-GB" dirty="0"/>
                        <a:t>NA</a:t>
                      </a:r>
                    </a:p>
                  </a:txBody>
                  <a:tcPr/>
                </a:tc>
                <a:tc>
                  <a:txBody>
                    <a:bodyPr/>
                    <a:lstStyle/>
                    <a:p>
                      <a:r>
                        <a:rPr lang="en-GB" dirty="0"/>
                        <a:t>NA</a:t>
                      </a:r>
                    </a:p>
                  </a:txBody>
                  <a:tcPr/>
                </a:tc>
                <a:extLst>
                  <a:ext uri="{0D108BD9-81ED-4DB2-BD59-A6C34878D82A}">
                    <a16:rowId xmlns:a16="http://schemas.microsoft.com/office/drawing/2014/main" val="3407606424"/>
                  </a:ext>
                </a:extLst>
              </a:tr>
            </a:tbl>
          </a:graphicData>
        </a:graphic>
      </p:graphicFrame>
    </p:spTree>
    <p:extLst>
      <p:ext uri="{BB962C8B-B14F-4D97-AF65-F5344CB8AC3E}">
        <p14:creationId xmlns:p14="http://schemas.microsoft.com/office/powerpoint/2010/main" val="1553483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US" sz="3600" dirty="0">
                <a:solidFill>
                  <a:srgbClr val="325A94"/>
                </a:solidFill>
              </a:rPr>
              <a:t>NEWS Leaderboard (third-party)</a:t>
            </a:r>
            <a:endParaRPr lang="en-GB" sz="3600" dirty="0">
              <a:solidFill>
                <a:srgbClr val="325A94"/>
              </a:solidFill>
            </a:endParaRP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7" name="Table 7">
            <a:extLst>
              <a:ext uri="{FF2B5EF4-FFF2-40B4-BE49-F238E27FC236}">
                <a16:creationId xmlns:a16="http://schemas.microsoft.com/office/drawing/2014/main" id="{C2A88D51-197E-4CC9-A7CB-EC7994BA751D}"/>
              </a:ext>
            </a:extLst>
          </p:cNvPr>
          <p:cNvGraphicFramePr>
            <a:graphicFrameLocks noGrp="1"/>
          </p:cNvGraphicFramePr>
          <p:nvPr>
            <p:ph idx="1"/>
            <p:extLst>
              <p:ext uri="{D42A27DB-BD31-4B8C-83A1-F6EECF244321}">
                <p14:modId xmlns:p14="http://schemas.microsoft.com/office/powerpoint/2010/main" val="3445012188"/>
              </p:ext>
            </p:extLst>
          </p:nvPr>
        </p:nvGraphicFramePr>
        <p:xfrm>
          <a:off x="838200" y="1825625"/>
          <a:ext cx="10515597" cy="24942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2713650861"/>
                    </a:ext>
                  </a:extLst>
                </a:gridCol>
                <a:gridCol w="3505199">
                  <a:extLst>
                    <a:ext uri="{9D8B030D-6E8A-4147-A177-3AD203B41FA5}">
                      <a16:colId xmlns:a16="http://schemas.microsoft.com/office/drawing/2014/main" val="3749514237"/>
                    </a:ext>
                  </a:extLst>
                </a:gridCol>
                <a:gridCol w="3505199">
                  <a:extLst>
                    <a:ext uri="{9D8B030D-6E8A-4147-A177-3AD203B41FA5}">
                      <a16:colId xmlns:a16="http://schemas.microsoft.com/office/drawing/2014/main" val="3720950734"/>
                    </a:ext>
                  </a:extLst>
                </a:gridCol>
              </a:tblGrid>
              <a:tr h="370840">
                <a:tc gridSpan="3">
                  <a:txBody>
                    <a:bodyPr/>
                    <a:lstStyle/>
                    <a:p>
                      <a:pPr algn="ctr"/>
                      <a:r>
                        <a:rPr lang="en-GB" dirty="0"/>
                        <a:t>Table of the NEWS </a:t>
                      </a:r>
                      <a:r>
                        <a:rPr lang="en-GB" dirty="0" err="1"/>
                        <a:t>leaderboard</a:t>
                      </a:r>
                      <a:r>
                        <a:rPr lang="en-GB" dirty="0"/>
                        <a:t> </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3335080462"/>
                  </a:ext>
                </a:extLst>
              </a:tr>
              <a:tr h="370840">
                <a:tc>
                  <a:txBody>
                    <a:bodyPr/>
                    <a:lstStyle/>
                    <a:p>
                      <a:pPr algn="l"/>
                      <a:r>
                        <a:rPr lang="en-US" b="1" dirty="0"/>
                        <a:t>User</a:t>
                      </a:r>
                      <a:endParaRPr lang="en-GB" b="1" dirty="0"/>
                    </a:p>
                  </a:txBody>
                  <a:tcPr/>
                </a:tc>
                <a:tc>
                  <a:txBody>
                    <a:bodyPr/>
                    <a:lstStyle/>
                    <a:p>
                      <a:pPr algn="l"/>
                      <a:r>
                        <a:rPr lang="en-US" b="1" dirty="0"/>
                        <a:t>ACC+</a:t>
                      </a:r>
                      <a:endParaRPr lang="en-GB" b="1" dirty="0"/>
                    </a:p>
                  </a:txBody>
                  <a:tcPr/>
                </a:tc>
                <a:tc>
                  <a:txBody>
                    <a:bodyPr/>
                    <a:lstStyle/>
                    <a:p>
                      <a:pPr algn="l"/>
                      <a:r>
                        <a:rPr lang="en-US" b="1" dirty="0"/>
                        <a:t>F-score</a:t>
                      </a:r>
                      <a:endParaRPr lang="en-GB" b="1" dirty="0"/>
                    </a:p>
                  </a:txBody>
                  <a:tcPr/>
                </a:tc>
                <a:extLst>
                  <a:ext uri="{0D108BD9-81ED-4DB2-BD59-A6C34878D82A}">
                    <a16:rowId xmlns:a16="http://schemas.microsoft.com/office/drawing/2014/main" val="2748466832"/>
                  </a:ext>
                </a:extLst>
              </a:tr>
              <a:tr h="370840">
                <a:tc>
                  <a:txBody>
                    <a:bodyPr/>
                    <a:lstStyle/>
                    <a:p>
                      <a:r>
                        <a:rPr lang="en-US" dirty="0" err="1"/>
                        <a:t>romang</a:t>
                      </a:r>
                      <a:r>
                        <a:rPr lang="en-US" dirty="0"/>
                        <a:t> </a:t>
                      </a:r>
                      <a:r>
                        <a:rPr lang="en-GB" dirty="0">
                          <a:solidFill>
                            <a:schemeClr val="tx1"/>
                          </a:solidFill>
                        </a:rPr>
                        <a:t>(</a:t>
                      </a:r>
                      <a:r>
                        <a:rPr lang="en-GB" dirty="0" err="1">
                          <a:solidFill>
                            <a:schemeClr val="tx1"/>
                          </a:solidFill>
                        </a:rPr>
                        <a:t>Grundkiewicz</a:t>
                      </a:r>
                      <a:r>
                        <a:rPr lang="en-GB" dirty="0">
                          <a:solidFill>
                            <a:schemeClr val="tx1"/>
                          </a:solidFill>
                        </a:rPr>
                        <a:t> and </a:t>
                      </a:r>
                      <a:r>
                        <a:rPr lang="en-GB" dirty="0" err="1">
                          <a:solidFill>
                            <a:schemeClr val="tx1"/>
                          </a:solidFill>
                        </a:rPr>
                        <a:t>Heafield</a:t>
                      </a:r>
                      <a:r>
                        <a:rPr lang="en-GB" dirty="0">
                          <a:solidFill>
                            <a:schemeClr val="tx1"/>
                          </a:solidFill>
                        </a:rPr>
                        <a:t>, 2018)</a:t>
                      </a:r>
                      <a:endParaRPr lang="en-GB" dirty="0"/>
                    </a:p>
                  </a:txBody>
                  <a:tcPr/>
                </a:tc>
                <a:tc>
                  <a:txBody>
                    <a:bodyPr/>
                    <a:lstStyle/>
                    <a:p>
                      <a:r>
                        <a:rPr lang="en-GB" dirty="0"/>
                        <a:t>0.3040 (1)</a:t>
                      </a:r>
                    </a:p>
                  </a:txBody>
                  <a:tcPr/>
                </a:tc>
                <a:tc>
                  <a:txBody>
                    <a:bodyPr/>
                    <a:lstStyle/>
                    <a:p>
                      <a:r>
                        <a:rPr lang="en-GB" dirty="0"/>
                        <a:t>0.6791 (2)</a:t>
                      </a:r>
                    </a:p>
                  </a:txBody>
                  <a:tcPr/>
                </a:tc>
                <a:extLst>
                  <a:ext uri="{0D108BD9-81ED-4DB2-BD59-A6C34878D82A}">
                    <a16:rowId xmlns:a16="http://schemas.microsoft.com/office/drawing/2014/main" val="250731540"/>
                  </a:ext>
                </a:extLst>
              </a:tr>
              <a:tr h="370840">
                <a:tc>
                  <a:txBody>
                    <a:bodyPr/>
                    <a:lstStyle/>
                    <a:p>
                      <a:r>
                        <a:rPr lang="en-US" dirty="0"/>
                        <a:t>Ours</a:t>
                      </a:r>
                      <a:endParaRPr lang="en-GB" dirty="0"/>
                    </a:p>
                  </a:txBody>
                  <a:tcPr/>
                </a:tc>
                <a:tc>
                  <a:txBody>
                    <a:bodyPr/>
                    <a:lstStyle/>
                    <a:p>
                      <a:r>
                        <a:rPr lang="en-GB" dirty="0"/>
                        <a:t>0.2990 (2)</a:t>
                      </a:r>
                    </a:p>
                  </a:txBody>
                  <a:tcPr/>
                </a:tc>
                <a:tc>
                  <a:txBody>
                    <a:bodyPr/>
                    <a:lstStyle/>
                    <a:p>
                      <a:r>
                        <a:rPr lang="en-GB" dirty="0"/>
                        <a:t>0.6799 (1) </a:t>
                      </a:r>
                    </a:p>
                  </a:txBody>
                  <a:tcPr/>
                </a:tc>
                <a:extLst>
                  <a:ext uri="{0D108BD9-81ED-4DB2-BD59-A6C34878D82A}">
                    <a16:rowId xmlns:a16="http://schemas.microsoft.com/office/drawing/2014/main" val="2247056528"/>
                  </a:ext>
                </a:extLst>
              </a:tr>
              <a:tr h="370840">
                <a:tc>
                  <a:txBody>
                    <a:bodyPr/>
                    <a:lstStyle/>
                    <a:p>
                      <a:r>
                        <a:rPr lang="en-GB" dirty="0" err="1"/>
                        <a:t>saeednajaf</a:t>
                      </a:r>
                      <a:endParaRPr lang="en-GB" dirty="0"/>
                    </a:p>
                  </a:txBody>
                  <a:tcPr/>
                </a:tc>
                <a:tc>
                  <a:txBody>
                    <a:bodyPr/>
                    <a:lstStyle/>
                    <a:p>
                      <a:r>
                        <a:rPr lang="en-GB" dirty="0"/>
                        <a:t>0.2820 (3)</a:t>
                      </a:r>
                    </a:p>
                  </a:txBody>
                  <a:tcPr/>
                </a:tc>
                <a:tc>
                  <a:txBody>
                    <a:bodyPr/>
                    <a:lstStyle/>
                    <a:p>
                      <a:r>
                        <a:rPr lang="en-GB" dirty="0"/>
                        <a:t>0.6680 (3)</a:t>
                      </a:r>
                    </a:p>
                  </a:txBody>
                  <a:tcPr/>
                </a:tc>
                <a:extLst>
                  <a:ext uri="{0D108BD9-81ED-4DB2-BD59-A6C34878D82A}">
                    <a16:rowId xmlns:a16="http://schemas.microsoft.com/office/drawing/2014/main" val="642837734"/>
                  </a:ext>
                </a:extLst>
              </a:tr>
              <a:tr h="370840">
                <a:tc>
                  <a:txBody>
                    <a:bodyPr/>
                    <a:lstStyle/>
                    <a:p>
                      <a:r>
                        <a:rPr lang="en-GB" dirty="0" err="1"/>
                        <a:t>soumyadeep</a:t>
                      </a:r>
                      <a:endParaRPr lang="en-GB" dirty="0"/>
                    </a:p>
                  </a:txBody>
                  <a:tcPr/>
                </a:tc>
                <a:tc>
                  <a:txBody>
                    <a:bodyPr/>
                    <a:lstStyle/>
                    <a:p>
                      <a:r>
                        <a:rPr lang="en-GB" dirty="0"/>
                        <a:t>0.2610 (4)</a:t>
                      </a:r>
                    </a:p>
                  </a:txBody>
                  <a:tcPr/>
                </a:tc>
                <a:tc>
                  <a:txBody>
                    <a:bodyPr/>
                    <a:lstStyle/>
                    <a:p>
                      <a:r>
                        <a:rPr lang="en-GB" dirty="0"/>
                        <a:t>0.6603 (4) </a:t>
                      </a:r>
                    </a:p>
                  </a:txBody>
                  <a:tcPr/>
                </a:tc>
                <a:extLst>
                  <a:ext uri="{0D108BD9-81ED-4DB2-BD59-A6C34878D82A}">
                    <a16:rowId xmlns:a16="http://schemas.microsoft.com/office/drawing/2014/main" val="300790573"/>
                  </a:ext>
                </a:extLst>
              </a:tr>
            </a:tbl>
          </a:graphicData>
        </a:graphic>
      </p:graphicFrame>
      <p:sp>
        <p:nvSpPr>
          <p:cNvPr id="8" name="TextBox 7">
            <a:extLst>
              <a:ext uri="{FF2B5EF4-FFF2-40B4-BE49-F238E27FC236}">
                <a16:creationId xmlns:a16="http://schemas.microsoft.com/office/drawing/2014/main" id="{2F79D29E-CF21-4B56-A807-BB0436FF1548}"/>
              </a:ext>
            </a:extLst>
          </p:cNvPr>
          <p:cNvSpPr txBox="1"/>
          <p:nvPr/>
        </p:nvSpPr>
        <p:spPr>
          <a:xfrm>
            <a:off x="2438073" y="5131167"/>
            <a:ext cx="7315849" cy="646331"/>
          </a:xfrm>
          <a:prstGeom prst="rect">
            <a:avLst/>
          </a:prstGeom>
          <a:noFill/>
        </p:spPr>
        <p:txBody>
          <a:bodyPr wrap="none" rtlCol="0">
            <a:spAutoFit/>
          </a:bodyPr>
          <a:lstStyle/>
          <a:p>
            <a:r>
              <a:rPr lang="en-GB" dirty="0"/>
              <a:t>Available at https://competitions.codalab.org/ competitions/18905#results, </a:t>
            </a:r>
          </a:p>
          <a:p>
            <a:r>
              <a:rPr lang="en-GB" dirty="0"/>
              <a:t>accessed 19 June 2020. </a:t>
            </a:r>
          </a:p>
        </p:txBody>
      </p:sp>
      <p:sp>
        <p:nvSpPr>
          <p:cNvPr id="9" name="Oval 8">
            <a:extLst>
              <a:ext uri="{FF2B5EF4-FFF2-40B4-BE49-F238E27FC236}">
                <a16:creationId xmlns:a16="http://schemas.microsoft.com/office/drawing/2014/main" id="{6B7BD6A6-B0FA-42C9-B871-64A610BFACB8}"/>
              </a:ext>
            </a:extLst>
          </p:cNvPr>
          <p:cNvSpPr/>
          <p:nvPr/>
        </p:nvSpPr>
        <p:spPr>
          <a:xfrm>
            <a:off x="4385388" y="2603241"/>
            <a:ext cx="1110343" cy="2958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75D00655-0334-480F-8A4C-560653D0A7D2}"/>
              </a:ext>
            </a:extLst>
          </p:cNvPr>
          <p:cNvSpPr/>
          <p:nvPr/>
        </p:nvSpPr>
        <p:spPr>
          <a:xfrm>
            <a:off x="7859486" y="3228623"/>
            <a:ext cx="1110343" cy="2958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145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US" sz="3600" dirty="0">
                <a:solidFill>
                  <a:srgbClr val="325A94"/>
                </a:solidFill>
              </a:rPr>
              <a:t>Experiment Results (DICT)</a:t>
            </a:r>
            <a:endParaRPr lang="en-GB" sz="3600" dirty="0">
              <a:solidFill>
                <a:srgbClr val="325A94"/>
              </a:solidFill>
            </a:endParaRP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3" name="Table 4">
            <a:extLst>
              <a:ext uri="{FF2B5EF4-FFF2-40B4-BE49-F238E27FC236}">
                <a16:creationId xmlns:a16="http://schemas.microsoft.com/office/drawing/2014/main" id="{F9814F55-1AD4-4335-A02F-841829E0581D}"/>
              </a:ext>
            </a:extLst>
          </p:cNvPr>
          <p:cNvGraphicFramePr>
            <a:graphicFrameLocks noGrp="1"/>
          </p:cNvGraphicFramePr>
          <p:nvPr>
            <p:ph idx="1"/>
            <p:extLst>
              <p:ext uri="{D42A27DB-BD31-4B8C-83A1-F6EECF244321}">
                <p14:modId xmlns:p14="http://schemas.microsoft.com/office/powerpoint/2010/main" val="1592717264"/>
              </p:ext>
            </p:extLst>
          </p:nvPr>
        </p:nvGraphicFramePr>
        <p:xfrm>
          <a:off x="838200" y="1825625"/>
          <a:ext cx="10515600" cy="249428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776174737"/>
                    </a:ext>
                  </a:extLst>
                </a:gridCol>
                <a:gridCol w="2628900">
                  <a:extLst>
                    <a:ext uri="{9D8B030D-6E8A-4147-A177-3AD203B41FA5}">
                      <a16:colId xmlns:a16="http://schemas.microsoft.com/office/drawing/2014/main" val="2858942670"/>
                    </a:ext>
                  </a:extLst>
                </a:gridCol>
                <a:gridCol w="2628900">
                  <a:extLst>
                    <a:ext uri="{9D8B030D-6E8A-4147-A177-3AD203B41FA5}">
                      <a16:colId xmlns:a16="http://schemas.microsoft.com/office/drawing/2014/main" val="4204878274"/>
                    </a:ext>
                  </a:extLst>
                </a:gridCol>
                <a:gridCol w="2628900">
                  <a:extLst>
                    <a:ext uri="{9D8B030D-6E8A-4147-A177-3AD203B41FA5}">
                      <a16:colId xmlns:a16="http://schemas.microsoft.com/office/drawing/2014/main" val="3195125658"/>
                    </a:ext>
                  </a:extLst>
                </a:gridCol>
              </a:tblGrid>
              <a:tr h="370840">
                <a:tc gridSpan="4">
                  <a:txBody>
                    <a:bodyPr/>
                    <a:lstStyle/>
                    <a:p>
                      <a:pPr algn="ctr"/>
                      <a:r>
                        <a:rPr lang="en-GB" dirty="0"/>
                        <a:t>Experiment results on the DICT test set</a:t>
                      </a:r>
                    </a:p>
                  </a:txBody>
                  <a:tcPr/>
                </a:tc>
                <a:tc hMerge="1">
                  <a:txBody>
                    <a:bodyPr/>
                    <a:lstStyle/>
                    <a:p>
                      <a:endParaRPr lang="en-GB"/>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2579270609"/>
                  </a:ext>
                </a:extLst>
              </a:tr>
              <a:tr h="370840">
                <a:tc>
                  <a:txBody>
                    <a:bodyPr/>
                    <a:lstStyle/>
                    <a:p>
                      <a:endParaRPr lang="en-GB" dirty="0"/>
                    </a:p>
                  </a:txBody>
                  <a:tcPr/>
                </a:tc>
                <a:tc gridSpan="2">
                  <a:txBody>
                    <a:bodyPr/>
                    <a:lstStyle/>
                    <a:p>
                      <a:pPr algn="ctr"/>
                      <a:r>
                        <a:rPr lang="en-US" b="1" dirty="0"/>
                        <a:t>Main</a:t>
                      </a:r>
                      <a:endParaRPr lang="en-GB" b="1" dirty="0"/>
                    </a:p>
                  </a:txBody>
                  <a:tcPr/>
                </a:tc>
                <a:tc hMerge="1">
                  <a:txBody>
                    <a:bodyPr/>
                    <a:lstStyle/>
                    <a:p>
                      <a:endParaRPr lang="en-GB" dirty="0"/>
                    </a:p>
                  </a:txBody>
                  <a:tcPr/>
                </a:tc>
                <a:tc>
                  <a:txBody>
                    <a:bodyPr/>
                    <a:lstStyle/>
                    <a:p>
                      <a:pPr algn="ctr"/>
                      <a:r>
                        <a:rPr lang="en-US" b="1" dirty="0"/>
                        <a:t>Auxiliary</a:t>
                      </a:r>
                      <a:endParaRPr lang="en-GB" b="1" dirty="0"/>
                    </a:p>
                  </a:txBody>
                  <a:tcPr/>
                </a:tc>
                <a:extLst>
                  <a:ext uri="{0D108BD9-81ED-4DB2-BD59-A6C34878D82A}">
                    <a16:rowId xmlns:a16="http://schemas.microsoft.com/office/drawing/2014/main" val="4133192017"/>
                  </a:ext>
                </a:extLst>
              </a:tr>
              <a:tr h="370840">
                <a:tc>
                  <a:txBody>
                    <a:bodyPr/>
                    <a:lstStyle/>
                    <a:p>
                      <a:r>
                        <a:rPr lang="en-US" b="1" dirty="0"/>
                        <a:t>System</a:t>
                      </a:r>
                      <a:endParaRPr lang="en-GB" b="1" dirty="0"/>
                    </a:p>
                  </a:txBody>
                  <a:tcPr/>
                </a:tc>
                <a:tc>
                  <a:txBody>
                    <a:bodyPr/>
                    <a:lstStyle/>
                    <a:p>
                      <a:r>
                        <a:rPr lang="en-US" b="1" dirty="0"/>
                        <a:t>ACC</a:t>
                      </a:r>
                      <a:endParaRPr lang="en-GB" b="1" dirty="0"/>
                    </a:p>
                  </a:txBody>
                  <a:tcPr/>
                </a:tc>
                <a:tc>
                  <a:txBody>
                    <a:bodyPr/>
                    <a:lstStyle/>
                    <a:p>
                      <a:r>
                        <a:rPr lang="en-US" b="1" dirty="0"/>
                        <a:t>ACC-ACT</a:t>
                      </a:r>
                      <a:endParaRPr lang="en-GB" b="1" dirty="0"/>
                    </a:p>
                  </a:txBody>
                  <a:tcPr/>
                </a:tc>
                <a:tc>
                  <a:txBody>
                    <a:bodyPr/>
                    <a:lstStyle/>
                    <a:p>
                      <a:r>
                        <a:rPr lang="en-US" b="1" dirty="0"/>
                        <a:t>ACC</a:t>
                      </a:r>
                      <a:endParaRPr lang="en-GB" b="1" dirty="0"/>
                    </a:p>
                  </a:txBody>
                  <a:tcPr/>
                </a:tc>
                <a:extLst>
                  <a:ext uri="{0D108BD9-81ED-4DB2-BD59-A6C34878D82A}">
                    <a16:rowId xmlns:a16="http://schemas.microsoft.com/office/drawing/2014/main" val="1042606544"/>
                  </a:ext>
                </a:extLst>
              </a:tr>
              <a:tr h="370840">
                <a:tc>
                  <a:txBody>
                    <a:bodyPr/>
                    <a:lstStyle/>
                    <a:p>
                      <a:r>
                        <a:rPr lang="en-US" dirty="0"/>
                        <a:t>Baseline</a:t>
                      </a:r>
                      <a:endParaRPr lang="en-GB" dirty="0"/>
                    </a:p>
                  </a:txBody>
                  <a:tcPr/>
                </a:tc>
                <a:tc>
                  <a:txBody>
                    <a:bodyPr/>
                    <a:lstStyle/>
                    <a:p>
                      <a:r>
                        <a:rPr lang="en-US" dirty="0"/>
                        <a:t>0.726</a:t>
                      </a:r>
                      <a:endParaRPr lang="en-GB" dirty="0"/>
                    </a:p>
                  </a:txBody>
                  <a:tcPr/>
                </a:tc>
                <a:tc>
                  <a:txBody>
                    <a:bodyPr/>
                    <a:lstStyle/>
                    <a:p>
                      <a:r>
                        <a:rPr lang="en-US" dirty="0"/>
                        <a:t>0.748</a:t>
                      </a:r>
                      <a:endParaRPr lang="en-GB" dirty="0"/>
                    </a:p>
                  </a:txBody>
                  <a:tcPr/>
                </a:tc>
                <a:tc>
                  <a:txBody>
                    <a:bodyPr/>
                    <a:lstStyle/>
                    <a:p>
                      <a:r>
                        <a:rPr lang="en-US" dirty="0"/>
                        <a:t>0.738</a:t>
                      </a:r>
                      <a:endParaRPr lang="en-GB" dirty="0"/>
                    </a:p>
                  </a:txBody>
                  <a:tcPr/>
                </a:tc>
                <a:extLst>
                  <a:ext uri="{0D108BD9-81ED-4DB2-BD59-A6C34878D82A}">
                    <a16:rowId xmlns:a16="http://schemas.microsoft.com/office/drawing/2014/main" val="511987205"/>
                  </a:ext>
                </a:extLst>
              </a:tr>
              <a:tr h="370840">
                <a:tc>
                  <a:txBody>
                    <a:bodyPr/>
                    <a:lstStyle/>
                    <a:p>
                      <a:r>
                        <a:rPr lang="en-US" dirty="0"/>
                        <a:t>Multi-task</a:t>
                      </a:r>
                      <a:endParaRPr lang="en-GB" dirty="0"/>
                    </a:p>
                  </a:txBody>
                  <a:tcPr/>
                </a:tc>
                <a:tc>
                  <a:txBody>
                    <a:bodyPr/>
                    <a:lstStyle/>
                    <a:p>
                      <a:r>
                        <a:rPr lang="en-US" dirty="0"/>
                        <a:t>0.729</a:t>
                      </a:r>
                      <a:endParaRPr lang="en-GB" dirty="0"/>
                    </a:p>
                  </a:txBody>
                  <a:tcPr/>
                </a:tc>
                <a:tc>
                  <a:txBody>
                    <a:bodyPr/>
                    <a:lstStyle/>
                    <a:p>
                      <a:r>
                        <a:rPr lang="en-US" dirty="0"/>
                        <a:t>0.751</a:t>
                      </a:r>
                      <a:endParaRPr lang="en-GB" dirty="0"/>
                    </a:p>
                  </a:txBody>
                  <a:tcPr/>
                </a:tc>
                <a:tc>
                  <a:txBody>
                    <a:bodyPr/>
                    <a:lstStyle/>
                    <a:p>
                      <a:r>
                        <a:rPr lang="en-US" dirty="0"/>
                        <a:t>0.749</a:t>
                      </a:r>
                      <a:endParaRPr lang="en-GB" dirty="0"/>
                    </a:p>
                  </a:txBody>
                  <a:tcPr/>
                </a:tc>
                <a:extLst>
                  <a:ext uri="{0D108BD9-81ED-4DB2-BD59-A6C34878D82A}">
                    <a16:rowId xmlns:a16="http://schemas.microsoft.com/office/drawing/2014/main" val="3255888008"/>
                  </a:ext>
                </a:extLst>
              </a:tr>
              <a:tr h="370840">
                <a:tc>
                  <a:txBody>
                    <a:bodyPr/>
                    <a:lstStyle/>
                    <a:p>
                      <a:r>
                        <a:rPr lang="en-US" dirty="0" err="1"/>
                        <a:t>BiDeep</a:t>
                      </a:r>
                      <a:r>
                        <a:rPr lang="en-US" dirty="0"/>
                        <a:t> </a:t>
                      </a:r>
                      <a:r>
                        <a:rPr lang="en-GB" dirty="0">
                          <a:solidFill>
                            <a:schemeClr val="tx1"/>
                          </a:solidFill>
                        </a:rPr>
                        <a:t>(</a:t>
                      </a:r>
                      <a:r>
                        <a:rPr lang="en-GB" dirty="0" err="1">
                          <a:solidFill>
                            <a:schemeClr val="tx1"/>
                          </a:solidFill>
                        </a:rPr>
                        <a:t>Grundkiewicz</a:t>
                      </a:r>
                      <a:r>
                        <a:rPr lang="en-GB" dirty="0">
                          <a:solidFill>
                            <a:schemeClr val="tx1"/>
                          </a:solidFill>
                        </a:rPr>
                        <a:t> and </a:t>
                      </a:r>
                      <a:r>
                        <a:rPr lang="en-GB" dirty="0" err="1">
                          <a:solidFill>
                            <a:schemeClr val="tx1"/>
                          </a:solidFill>
                        </a:rPr>
                        <a:t>Heafield</a:t>
                      </a:r>
                      <a:r>
                        <a:rPr lang="en-GB" dirty="0">
                          <a:solidFill>
                            <a:schemeClr val="tx1"/>
                          </a:solidFill>
                        </a:rPr>
                        <a:t>, 2018)</a:t>
                      </a:r>
                      <a:endParaRPr lang="en-GB" dirty="0"/>
                    </a:p>
                  </a:txBody>
                  <a:tcPr/>
                </a:tc>
                <a:tc>
                  <a:txBody>
                    <a:bodyPr/>
                    <a:lstStyle/>
                    <a:p>
                      <a:r>
                        <a:rPr lang="en-US" dirty="0"/>
                        <a:t>0.732</a:t>
                      </a:r>
                      <a:endParaRPr lang="en-GB" dirty="0"/>
                    </a:p>
                  </a:txBody>
                  <a:tcPr/>
                </a:tc>
                <a:tc>
                  <a:txBody>
                    <a:bodyPr/>
                    <a:lstStyle/>
                    <a:p>
                      <a:r>
                        <a:rPr lang="en-US" dirty="0"/>
                        <a:t>0.755</a:t>
                      </a:r>
                      <a:endParaRPr lang="en-GB" dirty="0"/>
                    </a:p>
                  </a:txBody>
                  <a:tcPr/>
                </a:tc>
                <a:tc>
                  <a:txBody>
                    <a:bodyPr/>
                    <a:lstStyle/>
                    <a:p>
                      <a:r>
                        <a:rPr lang="en-US" dirty="0"/>
                        <a:t>0.760</a:t>
                      </a:r>
                      <a:endParaRPr lang="en-GB" dirty="0"/>
                    </a:p>
                  </a:txBody>
                  <a:tcPr/>
                </a:tc>
                <a:extLst>
                  <a:ext uri="{0D108BD9-81ED-4DB2-BD59-A6C34878D82A}">
                    <a16:rowId xmlns:a16="http://schemas.microsoft.com/office/drawing/2014/main" val="3978449432"/>
                  </a:ext>
                </a:extLst>
              </a:tr>
            </a:tbl>
          </a:graphicData>
        </a:graphic>
      </p:graphicFrame>
    </p:spTree>
    <p:extLst>
      <p:ext uri="{BB962C8B-B14F-4D97-AF65-F5344CB8AC3E}">
        <p14:creationId xmlns:p14="http://schemas.microsoft.com/office/powerpoint/2010/main" val="1315378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321734"/>
            <a:ext cx="10905066" cy="1135737"/>
          </a:xfrm>
        </p:spPr>
        <p:txBody>
          <a:bodyPr>
            <a:normAutofit/>
          </a:bodyPr>
          <a:lstStyle/>
          <a:p>
            <a:r>
              <a:rPr lang="en-US" sz="3600" dirty="0">
                <a:solidFill>
                  <a:srgbClr val="325A94"/>
                </a:solidFill>
              </a:rPr>
              <a:t>Discussion &amp; Conclusion</a:t>
            </a:r>
            <a:endParaRPr lang="en-GB" sz="3600" dirty="0">
              <a:solidFill>
                <a:srgbClr val="325A94"/>
              </a:solidFill>
            </a:endParaRP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826A767C-6E1B-46DF-AFD9-F852745BF25D}"/>
              </a:ext>
            </a:extLst>
          </p:cNvPr>
          <p:cNvSpPr>
            <a:spLocks noGrp="1"/>
          </p:cNvSpPr>
          <p:nvPr>
            <p:ph idx="1"/>
          </p:nvPr>
        </p:nvSpPr>
        <p:spPr/>
        <p:txBody>
          <a:bodyPr/>
          <a:lstStyle/>
          <a:p>
            <a:r>
              <a:rPr lang="en-US" dirty="0"/>
              <a:t>Incorporating phonetic information benefits transliteration task in a neural setting. </a:t>
            </a:r>
          </a:p>
          <a:p>
            <a:r>
              <a:rPr lang="en-US" dirty="0"/>
              <a:t>But still unable to handle the irregular cases in transliteration well.</a:t>
            </a:r>
          </a:p>
          <a:p>
            <a:r>
              <a:rPr lang="en-US" dirty="0"/>
              <a:t>ACC-ACT covers all cases of ACC and captures more acceptable transliterations.</a:t>
            </a:r>
          </a:p>
          <a:p>
            <a:r>
              <a:rPr lang="en-US" dirty="0"/>
              <a:t>The idea can be generalized to other transliteration tasks.</a:t>
            </a:r>
          </a:p>
        </p:txBody>
      </p:sp>
    </p:spTree>
    <p:extLst>
      <p:ext uri="{BB962C8B-B14F-4D97-AF65-F5344CB8AC3E}">
        <p14:creationId xmlns:p14="http://schemas.microsoft.com/office/powerpoint/2010/main" val="3303117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643467" y="2602758"/>
            <a:ext cx="10905066" cy="1135737"/>
          </a:xfrm>
        </p:spPr>
        <p:txBody>
          <a:bodyPr>
            <a:normAutofit/>
          </a:bodyPr>
          <a:lstStyle/>
          <a:p>
            <a:pPr algn="ctr"/>
            <a:r>
              <a:rPr lang="en-GB" sz="5400" dirty="0">
                <a:solidFill>
                  <a:srgbClr val="325A94"/>
                </a:solidFill>
              </a:rPr>
              <a:t>Thank you!</a:t>
            </a: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53342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327349" y="238923"/>
            <a:ext cx="10905066" cy="1135737"/>
          </a:xfrm>
        </p:spPr>
        <p:txBody>
          <a:bodyPr>
            <a:normAutofit/>
          </a:bodyPr>
          <a:lstStyle/>
          <a:p>
            <a:r>
              <a:rPr lang="en-US" altLang="zh-CN" sz="3600" dirty="0">
                <a:solidFill>
                  <a:srgbClr val="325A94"/>
                </a:solidFill>
              </a:rPr>
              <a:t>References I</a:t>
            </a:r>
            <a:endParaRPr lang="en-GB" sz="3600" dirty="0">
              <a:solidFill>
                <a:srgbClr val="325A94"/>
              </a:solidFill>
            </a:endParaRP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01428578-FFEE-4621-943C-3510021ACC65}"/>
              </a:ext>
            </a:extLst>
          </p:cNvPr>
          <p:cNvSpPr txBox="1"/>
          <p:nvPr/>
        </p:nvSpPr>
        <p:spPr>
          <a:xfrm>
            <a:off x="670705" y="1374660"/>
            <a:ext cx="8941692" cy="5909310"/>
          </a:xfrm>
          <a:prstGeom prst="rect">
            <a:avLst/>
          </a:prstGeom>
          <a:noFill/>
        </p:spPr>
        <p:txBody>
          <a:bodyPr wrap="square" rtlCol="0">
            <a:spAutoFit/>
          </a:bodyPr>
          <a:lstStyle/>
          <a:p>
            <a:r>
              <a:rPr lang="en-GB" dirty="0">
                <a:solidFill>
                  <a:srgbClr val="325A94"/>
                </a:solidFill>
              </a:rPr>
              <a:t>Yuval </a:t>
            </a:r>
            <a:r>
              <a:rPr lang="en-GB" dirty="0" err="1">
                <a:solidFill>
                  <a:srgbClr val="325A94"/>
                </a:solidFill>
              </a:rPr>
              <a:t>Marton</a:t>
            </a:r>
            <a:r>
              <a:rPr lang="en-GB" dirty="0">
                <a:solidFill>
                  <a:srgbClr val="325A94"/>
                </a:solidFill>
              </a:rPr>
              <a:t> and </a:t>
            </a:r>
            <a:r>
              <a:rPr lang="en-GB" dirty="0" err="1">
                <a:solidFill>
                  <a:srgbClr val="325A94"/>
                </a:solidFill>
              </a:rPr>
              <a:t>Imed</a:t>
            </a:r>
            <a:r>
              <a:rPr lang="en-GB" dirty="0">
                <a:solidFill>
                  <a:srgbClr val="325A94"/>
                </a:solidFill>
              </a:rPr>
              <a:t> </a:t>
            </a:r>
            <a:r>
              <a:rPr lang="en-GB" dirty="0" err="1">
                <a:solidFill>
                  <a:srgbClr val="325A94"/>
                </a:solidFill>
              </a:rPr>
              <a:t>Zitouni</a:t>
            </a:r>
            <a:r>
              <a:rPr lang="en-GB" dirty="0">
                <a:solidFill>
                  <a:srgbClr val="325A94"/>
                </a:solidFill>
              </a:rPr>
              <a:t>. 2014. </a:t>
            </a:r>
          </a:p>
          <a:p>
            <a:r>
              <a:rPr lang="en-GB" dirty="0"/>
              <a:t>Transliteration normalization for information extraction and machine translation. </a:t>
            </a:r>
          </a:p>
          <a:p>
            <a:r>
              <a:rPr lang="en-GB" i="1" dirty="0">
                <a:solidFill>
                  <a:schemeClr val="accent5"/>
                </a:solidFill>
              </a:rPr>
              <a:t>Journal of King Saud University - Computer and Information Sciences, 26(4):379 – 387. Special Issue on Arabic NLP. </a:t>
            </a:r>
          </a:p>
          <a:p>
            <a:endParaRPr lang="en-GB" i="1" dirty="0">
              <a:solidFill>
                <a:schemeClr val="accent5"/>
              </a:solidFill>
            </a:endParaRPr>
          </a:p>
          <a:p>
            <a:pPr algn="l" fontAlgn="base"/>
            <a:r>
              <a:rPr lang="en-GB" b="0" i="0" dirty="0">
                <a:solidFill>
                  <a:srgbClr val="325A94"/>
                </a:solidFill>
                <a:effectLst/>
                <a:latin typeface="wf_segoe-ui_normal"/>
              </a:rPr>
              <a:t>K. Saravanan, Raghavendra Udupa and A Kumaran. 2010.</a:t>
            </a:r>
          </a:p>
          <a:p>
            <a:r>
              <a:rPr lang="en-GB" i="0" dirty="0" err="1">
                <a:solidFill>
                  <a:srgbClr val="000000"/>
                </a:solidFill>
                <a:effectLst/>
                <a:latin typeface="wf_segoe-ui_light"/>
              </a:rPr>
              <a:t>Crosslingual</a:t>
            </a:r>
            <a:r>
              <a:rPr lang="en-GB" i="0" dirty="0">
                <a:solidFill>
                  <a:srgbClr val="000000"/>
                </a:solidFill>
                <a:effectLst/>
                <a:latin typeface="wf_segoe-ui_light"/>
              </a:rPr>
              <a:t> Information Retrieval System Enhanced with Transliteration Generation and Mining</a:t>
            </a:r>
            <a:r>
              <a:rPr lang="en-GB" dirty="0"/>
              <a:t>. </a:t>
            </a:r>
          </a:p>
          <a:p>
            <a:r>
              <a:rPr lang="en-GB" i="1" dirty="0">
                <a:solidFill>
                  <a:schemeClr val="accent5"/>
                </a:solidFill>
              </a:rPr>
              <a:t>The Forum for Information Retrieval Evaluation (FIRE-2010) Workshop, Kolkata, India, Proceedings of the FIRE 2010 Shared Evaluation.</a:t>
            </a:r>
          </a:p>
          <a:p>
            <a:endParaRPr lang="en-GB" i="1" dirty="0">
              <a:solidFill>
                <a:schemeClr val="accent5"/>
              </a:solidFill>
            </a:endParaRPr>
          </a:p>
          <a:p>
            <a:r>
              <a:rPr lang="en-GB" sz="1800" dirty="0">
                <a:solidFill>
                  <a:srgbClr val="325A94"/>
                </a:solidFill>
              </a:rPr>
              <a:t>Knight and </a:t>
            </a:r>
            <a:r>
              <a:rPr lang="en-GB" sz="1800" dirty="0" err="1">
                <a:solidFill>
                  <a:srgbClr val="325A94"/>
                </a:solidFill>
              </a:rPr>
              <a:t>Graehl</a:t>
            </a:r>
            <a:r>
              <a:rPr lang="en-GB" sz="1800" dirty="0">
                <a:solidFill>
                  <a:srgbClr val="325A94"/>
                </a:solidFill>
              </a:rPr>
              <a:t>, 1997</a:t>
            </a:r>
          </a:p>
          <a:p>
            <a:r>
              <a:rPr lang="en-GB" dirty="0"/>
              <a:t>Machine transliteration. </a:t>
            </a:r>
          </a:p>
          <a:p>
            <a:r>
              <a:rPr lang="en-GB" i="1" dirty="0">
                <a:solidFill>
                  <a:schemeClr val="accent5"/>
                </a:solidFill>
              </a:rPr>
              <a:t>In Proceedings of the 35th Annual Meeting of the Association for Computational Linguistics and Eighth Conference of the European Chapter of the Association for Computational Linguistics, ACL ’98/EACL ’98, page 128–135, USA. Association for Computational Linguistics.</a:t>
            </a: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p:txBody>
      </p:sp>
      <p:pic>
        <p:nvPicPr>
          <p:cNvPr id="7" name="Graphic 6" descr="Document">
            <a:extLst>
              <a:ext uri="{FF2B5EF4-FFF2-40B4-BE49-F238E27FC236}">
                <a16:creationId xmlns:a16="http://schemas.microsoft.com/office/drawing/2014/main" id="{7F3C49B4-8F99-42E5-AA56-4B4F88D2E9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600" y="4442423"/>
            <a:ext cx="265880" cy="265880"/>
          </a:xfrm>
          <a:prstGeom prst="rect">
            <a:avLst/>
          </a:prstGeom>
        </p:spPr>
      </p:pic>
      <p:pic>
        <p:nvPicPr>
          <p:cNvPr id="8" name="Graphic 7" descr="Document">
            <a:extLst>
              <a:ext uri="{FF2B5EF4-FFF2-40B4-BE49-F238E27FC236}">
                <a16:creationId xmlns:a16="http://schemas.microsoft.com/office/drawing/2014/main" id="{F428543D-7C71-408C-A1F8-FCB800736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600" y="2777345"/>
            <a:ext cx="265880" cy="265880"/>
          </a:xfrm>
          <a:prstGeom prst="rect">
            <a:avLst/>
          </a:prstGeom>
        </p:spPr>
      </p:pic>
      <p:pic>
        <p:nvPicPr>
          <p:cNvPr id="9" name="Graphic 8" descr="Document">
            <a:extLst>
              <a:ext uri="{FF2B5EF4-FFF2-40B4-BE49-F238E27FC236}">
                <a16:creationId xmlns:a16="http://schemas.microsoft.com/office/drawing/2014/main" id="{89066317-A636-4389-A7FD-7B347A9636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50" y="1435759"/>
            <a:ext cx="265880" cy="265880"/>
          </a:xfrm>
          <a:prstGeom prst="rect">
            <a:avLst/>
          </a:prstGeom>
        </p:spPr>
      </p:pic>
    </p:spTree>
    <p:extLst>
      <p:ext uri="{BB962C8B-B14F-4D97-AF65-F5344CB8AC3E}">
        <p14:creationId xmlns:p14="http://schemas.microsoft.com/office/powerpoint/2010/main" val="2959817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327349" y="238923"/>
            <a:ext cx="10905066" cy="1135737"/>
          </a:xfrm>
        </p:spPr>
        <p:txBody>
          <a:bodyPr>
            <a:normAutofit/>
          </a:bodyPr>
          <a:lstStyle/>
          <a:p>
            <a:r>
              <a:rPr lang="en-US" altLang="zh-CN" sz="3600" dirty="0">
                <a:solidFill>
                  <a:srgbClr val="325A94"/>
                </a:solidFill>
              </a:rPr>
              <a:t>References II</a:t>
            </a:r>
            <a:endParaRPr lang="en-GB" sz="3600" dirty="0">
              <a:solidFill>
                <a:srgbClr val="325A94"/>
              </a:solidFill>
            </a:endParaRP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01428578-FFEE-4621-943C-3510021ACC65}"/>
              </a:ext>
            </a:extLst>
          </p:cNvPr>
          <p:cNvSpPr txBox="1"/>
          <p:nvPr/>
        </p:nvSpPr>
        <p:spPr>
          <a:xfrm>
            <a:off x="670705" y="1374660"/>
            <a:ext cx="8941692" cy="6740307"/>
          </a:xfrm>
          <a:prstGeom prst="rect">
            <a:avLst/>
          </a:prstGeom>
          <a:noFill/>
        </p:spPr>
        <p:txBody>
          <a:bodyPr wrap="square" rtlCol="0">
            <a:spAutoFit/>
          </a:bodyPr>
          <a:lstStyle/>
          <a:p>
            <a:r>
              <a:rPr lang="en-GB" dirty="0">
                <a:solidFill>
                  <a:srgbClr val="325A94"/>
                </a:solidFill>
              </a:rPr>
              <a:t>Jong-</a:t>
            </a:r>
            <a:r>
              <a:rPr lang="en-GB" dirty="0" err="1">
                <a:solidFill>
                  <a:srgbClr val="325A94"/>
                </a:solidFill>
              </a:rPr>
              <a:t>Hoon</a:t>
            </a:r>
            <a:r>
              <a:rPr lang="en-GB" dirty="0">
                <a:solidFill>
                  <a:srgbClr val="325A94"/>
                </a:solidFill>
              </a:rPr>
              <a:t> Oh, Key-Sun Choi, and Hitoshi </a:t>
            </a:r>
            <a:r>
              <a:rPr lang="en-GB" dirty="0" err="1">
                <a:solidFill>
                  <a:srgbClr val="325A94"/>
                </a:solidFill>
              </a:rPr>
              <a:t>Isahara</a:t>
            </a:r>
            <a:r>
              <a:rPr lang="en-GB" dirty="0">
                <a:solidFill>
                  <a:srgbClr val="325A94"/>
                </a:solidFill>
              </a:rPr>
              <a:t>. 2006. </a:t>
            </a:r>
          </a:p>
          <a:p>
            <a:r>
              <a:rPr lang="en-GB" dirty="0"/>
              <a:t>A machine transliteration model based on correspondence between graphemes and phonemes. </a:t>
            </a:r>
          </a:p>
          <a:p>
            <a:r>
              <a:rPr lang="en-GB" i="1" dirty="0">
                <a:solidFill>
                  <a:schemeClr val="accent5"/>
                </a:solidFill>
              </a:rPr>
              <a:t>ACM Trans. Asian Lang. Inf. Process., 5:185–208.</a:t>
            </a:r>
          </a:p>
          <a:p>
            <a:endParaRPr lang="en-GB" i="1" dirty="0">
              <a:solidFill>
                <a:schemeClr val="accent5"/>
              </a:solidFill>
            </a:endParaRPr>
          </a:p>
          <a:p>
            <a:r>
              <a:rPr lang="en-GB" dirty="0">
                <a:solidFill>
                  <a:srgbClr val="325A94"/>
                </a:solidFill>
              </a:rPr>
              <a:t>Ngoc Tan Le and </a:t>
            </a:r>
            <a:r>
              <a:rPr lang="en-GB" dirty="0" err="1">
                <a:solidFill>
                  <a:srgbClr val="325A94"/>
                </a:solidFill>
              </a:rPr>
              <a:t>Fatiha</a:t>
            </a:r>
            <a:r>
              <a:rPr lang="en-GB" dirty="0">
                <a:solidFill>
                  <a:srgbClr val="325A94"/>
                </a:solidFill>
              </a:rPr>
              <a:t> Sadat. 2018. </a:t>
            </a:r>
          </a:p>
          <a:p>
            <a:r>
              <a:rPr lang="en-GB" dirty="0"/>
              <a:t>Low-resource machine transliteration using recurrent neural networks of Asian languages. </a:t>
            </a:r>
          </a:p>
          <a:p>
            <a:r>
              <a:rPr lang="en-GB" i="1" dirty="0">
                <a:solidFill>
                  <a:schemeClr val="accent5"/>
                </a:solidFill>
              </a:rPr>
              <a:t>In Proceedings of the Seventh Named Entities Workshop, pages 95– 100, Melbourne, Australia. Association for Computational Linguistics.</a:t>
            </a:r>
          </a:p>
          <a:p>
            <a:endParaRPr lang="en-GB" i="1" dirty="0">
              <a:solidFill>
                <a:schemeClr val="accent5"/>
              </a:solidFill>
            </a:endParaRPr>
          </a:p>
          <a:p>
            <a:r>
              <a:rPr lang="en-GB" dirty="0" err="1">
                <a:solidFill>
                  <a:srgbClr val="325A94"/>
                </a:solidFill>
              </a:rPr>
              <a:t>Xue</a:t>
            </a:r>
            <a:r>
              <a:rPr lang="en-GB" dirty="0">
                <a:solidFill>
                  <a:srgbClr val="325A94"/>
                </a:solidFill>
              </a:rPr>
              <a:t> Jiang, Le Sun, and </a:t>
            </a:r>
            <a:r>
              <a:rPr lang="en-GB" dirty="0" err="1">
                <a:solidFill>
                  <a:srgbClr val="325A94"/>
                </a:solidFill>
              </a:rPr>
              <a:t>Dakun</a:t>
            </a:r>
            <a:r>
              <a:rPr lang="en-GB" dirty="0">
                <a:solidFill>
                  <a:srgbClr val="325A94"/>
                </a:solidFill>
              </a:rPr>
              <a:t> Zhang. 2009.</a:t>
            </a:r>
            <a:r>
              <a:rPr lang="en-GB" dirty="0"/>
              <a:t> </a:t>
            </a:r>
          </a:p>
          <a:p>
            <a:r>
              <a:rPr lang="en-GB" dirty="0"/>
              <a:t>A syllable-based name transliteration system. </a:t>
            </a:r>
          </a:p>
          <a:p>
            <a:r>
              <a:rPr lang="en-GB" i="1" dirty="0">
                <a:solidFill>
                  <a:schemeClr val="accent5"/>
                </a:solidFill>
              </a:rPr>
              <a:t>In Proceedings of the 2009 Named Entities Workshop: Shared Task on Transliteration (NEWS 2009), pages 96–99, Suntec, Singapore. Association for Computational Linguistics.</a:t>
            </a:r>
          </a:p>
          <a:p>
            <a:endParaRPr lang="en-GB" i="1" dirty="0">
              <a:solidFill>
                <a:schemeClr val="accent5"/>
              </a:solidFill>
            </a:endParaRPr>
          </a:p>
          <a:p>
            <a:r>
              <a:rPr lang="en-GB" dirty="0">
                <a:solidFill>
                  <a:srgbClr val="325A94"/>
                </a:solidFill>
              </a:rPr>
              <a:t>Khan Md. </a:t>
            </a:r>
            <a:r>
              <a:rPr lang="en-GB" dirty="0" err="1">
                <a:solidFill>
                  <a:srgbClr val="325A94"/>
                </a:solidFill>
              </a:rPr>
              <a:t>Anwarus</a:t>
            </a:r>
            <a:r>
              <a:rPr lang="en-GB" dirty="0">
                <a:solidFill>
                  <a:srgbClr val="325A94"/>
                </a:solidFill>
              </a:rPr>
              <a:t> Salam, Yamada </a:t>
            </a:r>
            <a:r>
              <a:rPr lang="en-GB" dirty="0" err="1">
                <a:solidFill>
                  <a:srgbClr val="325A94"/>
                </a:solidFill>
              </a:rPr>
              <a:t>Setsuo</a:t>
            </a:r>
            <a:r>
              <a:rPr lang="en-GB" dirty="0">
                <a:solidFill>
                  <a:srgbClr val="325A94"/>
                </a:solidFill>
              </a:rPr>
              <a:t>, and </a:t>
            </a:r>
            <a:r>
              <a:rPr lang="en-GB" dirty="0" err="1">
                <a:solidFill>
                  <a:srgbClr val="325A94"/>
                </a:solidFill>
              </a:rPr>
              <a:t>Tetsuro</a:t>
            </a:r>
            <a:r>
              <a:rPr lang="en-GB" dirty="0">
                <a:solidFill>
                  <a:srgbClr val="325A94"/>
                </a:solidFill>
              </a:rPr>
              <a:t> Nishino. 2011. </a:t>
            </a:r>
          </a:p>
          <a:p>
            <a:r>
              <a:rPr lang="en-GB" dirty="0"/>
              <a:t>Translating unknown words using wordnet and </a:t>
            </a:r>
            <a:r>
              <a:rPr lang="en-GB" dirty="0" err="1"/>
              <a:t>ipa</a:t>
            </a:r>
            <a:r>
              <a:rPr lang="en-GB" dirty="0"/>
              <a:t>-based-transliteration. </a:t>
            </a:r>
          </a:p>
          <a:p>
            <a:r>
              <a:rPr lang="en-GB" i="1" dirty="0">
                <a:solidFill>
                  <a:schemeClr val="accent5"/>
                </a:solidFill>
              </a:rPr>
              <a:t>14th International Conference on Computer and Information Technology (ICCIT 2011), pages 481–486.</a:t>
            </a: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p:txBody>
      </p:sp>
      <p:pic>
        <p:nvPicPr>
          <p:cNvPr id="7" name="Graphic 6" descr="Document">
            <a:extLst>
              <a:ext uri="{FF2B5EF4-FFF2-40B4-BE49-F238E27FC236}">
                <a16:creationId xmlns:a16="http://schemas.microsoft.com/office/drawing/2014/main" id="{7F3C49B4-8F99-42E5-AA56-4B4F88D2E9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50" y="4152753"/>
            <a:ext cx="265880" cy="265880"/>
          </a:xfrm>
          <a:prstGeom prst="rect">
            <a:avLst/>
          </a:prstGeom>
        </p:spPr>
      </p:pic>
      <p:pic>
        <p:nvPicPr>
          <p:cNvPr id="8" name="Graphic 7" descr="Document">
            <a:extLst>
              <a:ext uri="{FF2B5EF4-FFF2-40B4-BE49-F238E27FC236}">
                <a16:creationId xmlns:a16="http://schemas.microsoft.com/office/drawing/2014/main" id="{F428543D-7C71-408C-A1F8-FCB800736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600" y="2777345"/>
            <a:ext cx="265880" cy="265880"/>
          </a:xfrm>
          <a:prstGeom prst="rect">
            <a:avLst/>
          </a:prstGeom>
        </p:spPr>
      </p:pic>
      <p:pic>
        <p:nvPicPr>
          <p:cNvPr id="9" name="Graphic 8" descr="Document">
            <a:extLst>
              <a:ext uri="{FF2B5EF4-FFF2-40B4-BE49-F238E27FC236}">
                <a16:creationId xmlns:a16="http://schemas.microsoft.com/office/drawing/2014/main" id="{89066317-A636-4389-A7FD-7B347A9636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50" y="1435759"/>
            <a:ext cx="265880" cy="265880"/>
          </a:xfrm>
          <a:prstGeom prst="rect">
            <a:avLst/>
          </a:prstGeom>
        </p:spPr>
      </p:pic>
      <p:pic>
        <p:nvPicPr>
          <p:cNvPr id="4" name="Graphic 3" descr="Document">
            <a:extLst>
              <a:ext uri="{FF2B5EF4-FFF2-40B4-BE49-F238E27FC236}">
                <a16:creationId xmlns:a16="http://schemas.microsoft.com/office/drawing/2014/main" id="{BFE0532D-1DB3-4109-A1F5-C18B4B9EFA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50" y="5536894"/>
            <a:ext cx="265880" cy="265880"/>
          </a:xfrm>
          <a:prstGeom prst="rect">
            <a:avLst/>
          </a:prstGeom>
        </p:spPr>
      </p:pic>
    </p:spTree>
    <p:extLst>
      <p:ext uri="{BB962C8B-B14F-4D97-AF65-F5344CB8AC3E}">
        <p14:creationId xmlns:p14="http://schemas.microsoft.com/office/powerpoint/2010/main" val="2165823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C8D264-9052-48D1-B0D9-F3547DAE2A9F}"/>
              </a:ext>
            </a:extLst>
          </p:cNvPr>
          <p:cNvSpPr>
            <a:spLocks noGrp="1"/>
          </p:cNvSpPr>
          <p:nvPr>
            <p:ph type="title"/>
          </p:nvPr>
        </p:nvSpPr>
        <p:spPr>
          <a:xfrm>
            <a:off x="327349" y="238923"/>
            <a:ext cx="10905066" cy="1135737"/>
          </a:xfrm>
        </p:spPr>
        <p:txBody>
          <a:bodyPr>
            <a:normAutofit/>
          </a:bodyPr>
          <a:lstStyle/>
          <a:p>
            <a:r>
              <a:rPr lang="en-US" altLang="zh-CN" sz="3600" dirty="0">
                <a:solidFill>
                  <a:srgbClr val="325A94"/>
                </a:solidFill>
              </a:rPr>
              <a:t>References III</a:t>
            </a:r>
            <a:endParaRPr lang="en-GB" sz="3600" dirty="0">
              <a:solidFill>
                <a:srgbClr val="325A94"/>
              </a:solidFill>
            </a:endParaRPr>
          </a:p>
        </p:txBody>
      </p:sp>
      <p:sp>
        <p:nvSpPr>
          <p:cNvPr id="19"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01428578-FFEE-4621-943C-3510021ACC65}"/>
              </a:ext>
            </a:extLst>
          </p:cNvPr>
          <p:cNvSpPr txBox="1"/>
          <p:nvPr/>
        </p:nvSpPr>
        <p:spPr>
          <a:xfrm>
            <a:off x="670705" y="1374660"/>
            <a:ext cx="8941692" cy="5078313"/>
          </a:xfrm>
          <a:prstGeom prst="rect">
            <a:avLst/>
          </a:prstGeom>
          <a:noFill/>
        </p:spPr>
        <p:txBody>
          <a:bodyPr wrap="square" rtlCol="0">
            <a:spAutoFit/>
          </a:bodyPr>
          <a:lstStyle/>
          <a:p>
            <a:r>
              <a:rPr lang="en-GB" dirty="0">
                <a:solidFill>
                  <a:srgbClr val="325A94"/>
                </a:solidFill>
              </a:rPr>
              <a:t>Minh-Thang Luong, Quoc V. Le, Ilya </a:t>
            </a:r>
            <a:r>
              <a:rPr lang="en-GB" dirty="0" err="1">
                <a:solidFill>
                  <a:srgbClr val="325A94"/>
                </a:solidFill>
              </a:rPr>
              <a:t>Sutskever</a:t>
            </a:r>
            <a:r>
              <a:rPr lang="en-GB" dirty="0">
                <a:solidFill>
                  <a:srgbClr val="325A94"/>
                </a:solidFill>
              </a:rPr>
              <a:t>, Oriol </a:t>
            </a:r>
            <a:r>
              <a:rPr lang="en-GB" dirty="0" err="1">
                <a:solidFill>
                  <a:srgbClr val="325A94"/>
                </a:solidFill>
              </a:rPr>
              <a:t>Vinyals</a:t>
            </a:r>
            <a:r>
              <a:rPr lang="en-GB" dirty="0">
                <a:solidFill>
                  <a:srgbClr val="325A94"/>
                </a:solidFill>
              </a:rPr>
              <a:t>, and Lukasz Kaiser. 2016.</a:t>
            </a:r>
            <a:r>
              <a:rPr lang="en-GB" dirty="0"/>
              <a:t> </a:t>
            </a:r>
          </a:p>
          <a:p>
            <a:r>
              <a:rPr lang="en-GB" dirty="0"/>
              <a:t>Multitask sequence to sequence learning. </a:t>
            </a:r>
          </a:p>
          <a:p>
            <a:r>
              <a:rPr lang="en-GB" i="1" dirty="0" err="1">
                <a:solidFill>
                  <a:schemeClr val="accent5"/>
                </a:solidFill>
              </a:rPr>
              <a:t>CoRR</a:t>
            </a:r>
            <a:r>
              <a:rPr lang="en-GB" i="1" dirty="0">
                <a:solidFill>
                  <a:schemeClr val="accent5"/>
                </a:solidFill>
              </a:rPr>
              <a:t>, abs/1511.06114. </a:t>
            </a:r>
          </a:p>
          <a:p>
            <a:endParaRPr lang="en-GB" i="1" dirty="0">
              <a:solidFill>
                <a:schemeClr val="accent5"/>
              </a:solidFill>
            </a:endParaRPr>
          </a:p>
          <a:p>
            <a:r>
              <a:rPr lang="en-GB" dirty="0" err="1">
                <a:solidFill>
                  <a:srgbClr val="325A94"/>
                </a:solidFill>
              </a:rPr>
              <a:t>Daxiang</a:t>
            </a:r>
            <a:r>
              <a:rPr lang="en-GB" dirty="0">
                <a:solidFill>
                  <a:srgbClr val="325A94"/>
                </a:solidFill>
              </a:rPr>
              <a:t> Dong, Hua Wu, Wei He, </a:t>
            </a:r>
            <a:r>
              <a:rPr lang="en-GB" dirty="0" err="1">
                <a:solidFill>
                  <a:srgbClr val="325A94"/>
                </a:solidFill>
              </a:rPr>
              <a:t>Dianhai</a:t>
            </a:r>
            <a:r>
              <a:rPr lang="en-GB" dirty="0">
                <a:solidFill>
                  <a:srgbClr val="325A94"/>
                </a:solidFill>
              </a:rPr>
              <a:t> Yu, and Haifeng Wang. 2015.</a:t>
            </a:r>
            <a:r>
              <a:rPr lang="en-GB" dirty="0"/>
              <a:t> </a:t>
            </a:r>
          </a:p>
          <a:p>
            <a:r>
              <a:rPr lang="en-GB" dirty="0"/>
              <a:t>Multi-task learning for multiple language translation. </a:t>
            </a:r>
          </a:p>
          <a:p>
            <a:r>
              <a:rPr lang="en-GB" i="1" dirty="0">
                <a:solidFill>
                  <a:schemeClr val="accent5"/>
                </a:solidFill>
              </a:rPr>
              <a:t>In Proceedings of the 53rd Annual Meeting of the Association for Computational Linguistics and the 7th International Joint Conference on Natural Language Processing (Volume 1: Long Papers), pages 1723–1732, Beijing, China. Association for Computational Linguistics.</a:t>
            </a:r>
          </a:p>
          <a:p>
            <a:endParaRPr lang="en-GB" i="1" dirty="0">
              <a:solidFill>
                <a:schemeClr val="accent5"/>
              </a:solidFill>
            </a:endParaRPr>
          </a:p>
          <a:p>
            <a:r>
              <a:rPr lang="en-GB" dirty="0">
                <a:solidFill>
                  <a:srgbClr val="325A94"/>
                </a:solidFill>
              </a:rPr>
              <a:t>Roman </a:t>
            </a:r>
            <a:r>
              <a:rPr lang="en-GB" dirty="0" err="1">
                <a:solidFill>
                  <a:srgbClr val="325A94"/>
                </a:solidFill>
              </a:rPr>
              <a:t>Grundkiewicz</a:t>
            </a:r>
            <a:r>
              <a:rPr lang="en-GB" dirty="0">
                <a:solidFill>
                  <a:srgbClr val="325A94"/>
                </a:solidFill>
              </a:rPr>
              <a:t> and Kenneth </a:t>
            </a:r>
            <a:r>
              <a:rPr lang="en-GB" dirty="0" err="1">
                <a:solidFill>
                  <a:srgbClr val="325A94"/>
                </a:solidFill>
              </a:rPr>
              <a:t>Heafield</a:t>
            </a:r>
            <a:r>
              <a:rPr lang="en-GB" dirty="0">
                <a:solidFill>
                  <a:srgbClr val="325A94"/>
                </a:solidFill>
              </a:rPr>
              <a:t>. 2018. </a:t>
            </a:r>
          </a:p>
          <a:p>
            <a:r>
              <a:rPr lang="en-GB" dirty="0"/>
              <a:t>Neural machine translation techniques for named entity transliteration. </a:t>
            </a:r>
          </a:p>
          <a:p>
            <a:r>
              <a:rPr lang="en-GB" i="1" dirty="0">
                <a:solidFill>
                  <a:schemeClr val="accent5"/>
                </a:solidFill>
              </a:rPr>
              <a:t>In Proceedings of the Seventh Named Entities Workshop, pages 89–94, Melbourne, Australia. Association for Computational Linguistics.</a:t>
            </a: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a:p>
            <a:endParaRPr lang="en-GB" i="1" dirty="0">
              <a:solidFill>
                <a:schemeClr val="accent5"/>
              </a:solidFill>
            </a:endParaRPr>
          </a:p>
        </p:txBody>
      </p:sp>
      <p:pic>
        <p:nvPicPr>
          <p:cNvPr id="8" name="Graphic 7" descr="Document">
            <a:extLst>
              <a:ext uri="{FF2B5EF4-FFF2-40B4-BE49-F238E27FC236}">
                <a16:creationId xmlns:a16="http://schemas.microsoft.com/office/drawing/2014/main" id="{F428543D-7C71-408C-A1F8-FCB8007365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50" y="2528376"/>
            <a:ext cx="265880" cy="265880"/>
          </a:xfrm>
          <a:prstGeom prst="rect">
            <a:avLst/>
          </a:prstGeom>
        </p:spPr>
      </p:pic>
      <p:pic>
        <p:nvPicPr>
          <p:cNvPr id="9" name="Graphic 8" descr="Document">
            <a:extLst>
              <a:ext uri="{FF2B5EF4-FFF2-40B4-BE49-F238E27FC236}">
                <a16:creationId xmlns:a16="http://schemas.microsoft.com/office/drawing/2014/main" id="{89066317-A636-4389-A7FD-7B347A9636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50" y="1435759"/>
            <a:ext cx="265880" cy="265880"/>
          </a:xfrm>
          <a:prstGeom prst="rect">
            <a:avLst/>
          </a:prstGeom>
        </p:spPr>
      </p:pic>
      <p:pic>
        <p:nvPicPr>
          <p:cNvPr id="4" name="Graphic 3" descr="Document">
            <a:extLst>
              <a:ext uri="{FF2B5EF4-FFF2-40B4-BE49-F238E27FC236}">
                <a16:creationId xmlns:a16="http://schemas.microsoft.com/office/drawing/2014/main" id="{2AC814E2-70DF-4100-908B-D5D03D187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6150" y="4169513"/>
            <a:ext cx="265880" cy="265880"/>
          </a:xfrm>
          <a:prstGeom prst="rect">
            <a:avLst/>
          </a:prstGeom>
        </p:spPr>
      </p:pic>
    </p:spTree>
    <p:extLst>
      <p:ext uri="{BB962C8B-B14F-4D97-AF65-F5344CB8AC3E}">
        <p14:creationId xmlns:p14="http://schemas.microsoft.com/office/powerpoint/2010/main" val="3869838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1242</TotalTime>
  <Words>1390</Words>
  <Application>Microsoft Office PowerPoint</Application>
  <PresentationFormat>Widescreen</PresentationFormat>
  <Paragraphs>228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wf_segoe-ui_light</vt:lpstr>
      <vt:lpstr>wf_segoe-ui_normal</vt:lpstr>
      <vt:lpstr>Arial</vt:lpstr>
      <vt:lpstr>Calibri</vt:lpstr>
      <vt:lpstr>Calibri Light</vt:lpstr>
      <vt:lpstr>Cambria Math</vt:lpstr>
      <vt:lpstr>Office Theme</vt:lpstr>
      <vt:lpstr>PowerPoint Presentation</vt:lpstr>
      <vt:lpstr>What is the Task?</vt:lpstr>
      <vt:lpstr>Our Contributions</vt:lpstr>
      <vt:lpstr>Related Work</vt:lpstr>
      <vt:lpstr>Core Idea: Incorporating Sound Information </vt:lpstr>
      <vt:lpstr>Our Model</vt:lpstr>
      <vt:lpstr>Adaptive Evaluation Metric</vt:lpstr>
      <vt:lpstr>Accuracy with Alternating Character Table (ACC-ACT)</vt:lpstr>
      <vt:lpstr>Datasets </vt:lpstr>
      <vt:lpstr>Analysis of the Main-Auxiliary Relationship</vt:lpstr>
      <vt:lpstr>Experiment Results (NEWS)</vt:lpstr>
      <vt:lpstr>NEWS Leaderboard (third-party)</vt:lpstr>
      <vt:lpstr>Experiment Results (DICT)</vt:lpstr>
      <vt:lpstr>Discussion &amp; Conclusion</vt:lpstr>
      <vt:lpstr>Thank you!</vt:lpstr>
      <vt:lpstr>References I</vt:lpstr>
      <vt:lpstr>References II</vt:lpstr>
      <vt:lpstr>References III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English-to-Chinese Transliteration with a Phonetic Auxiliary Task</dc:title>
  <dc:creator>YUAN HE</dc:creator>
  <cp:lastModifiedBy>YUAN HE</cp:lastModifiedBy>
  <cp:revision>16</cp:revision>
  <dcterms:created xsi:type="dcterms:W3CDTF">2020-10-14T15:07:26Z</dcterms:created>
  <dcterms:modified xsi:type="dcterms:W3CDTF">2020-10-20T18:54:55Z</dcterms:modified>
</cp:coreProperties>
</file>